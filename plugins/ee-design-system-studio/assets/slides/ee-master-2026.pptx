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13" r:id="rId5"/>
  </p:sldMasterIdLst>
  <p:notesMasterIdLst>
    <p:notesMasterId r:id="rId6"/>
  </p:notesMasterIdLst>
  <p:sldIdLst/>
  <p:sldSz cy="5143500" cx="9144000"/>
  <p:notesSz cx="6858000" cy="9144000"/>
  <p:embeddedFontLst>
    <p:embeddedFont>
      <p:font typeface="Lexend SemiBold"/>
      <p:regular r:id="rId86"/>
      <p:bold r:id="rId87"/>
    </p:embeddedFont>
    <p:embeddedFont>
      <p:font typeface="Lexend Light"/>
      <p:regular r:id="rId88"/>
      <p:bold r:id="rId89"/>
    </p:embeddedFont>
    <p:embeddedFont>
      <p:font typeface="Lexend Medium"/>
      <p:regular r:id="rId94"/>
      <p:bold r:id="rId95"/>
    </p:embeddedFont>
    <p:embeddedFont>
      <p:font typeface="Lexend"/>
      <p:regular r:id="rId96"/>
      <p:bold r:id="rId97"/>
    </p:embeddedFont>
    <p:embeddedFont>
      <p:font typeface="Lora"/>
      <p:regular r:id="rId200"/>
      <p:bold r:id="rId201"/>
      <p:italic r:id="rId202"/>
      <p:boldItalic r:id="rId203"/>
    </p:embeddedFont>
    <p:embeddedFont>
      <p:font typeface="JetBrains Mono"/>
      <p:regular r:id="rId204"/>
      <p:bold r:id="rId205"/>
      <p:italic r:id="rId206"/>
      <p:boldItalic r:id="rId20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40">
          <p15:clr>
            <a:srgbClr val="747775"/>
          </p15:clr>
        </p15:guide>
        <p15:guide id="2" orient="horz" pos="34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B3D9445-187E-4C1D-9ADB-6A82781617CC}">
  <a:tblStyle styleId="{CB3D9445-187E-4C1D-9ADB-6A82781617C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C8EC539-EDBA-45F9-988E-D309F7427248}"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40"/>
        <p:guide pos="344" orient="horz"/>
      </p:guideLst>
    </p:cSldViewPr>
  </p:slideViewPr>
</p:viewPr>
</file>

<file path=ppt/_rels/presentation.xml.rels><?xml version="1.0" encoding="UTF-8" standalone="yes"?><Relationships xmlns="http://schemas.openxmlformats.org/package/2006/relationships"><Relationship Id="rId95" Type="http://schemas.openxmlformats.org/officeDocument/2006/relationships/font" Target="fonts/LexendMedium-bold.fntdata"/><Relationship Id="rId94" Type="http://schemas.openxmlformats.org/officeDocument/2006/relationships/font" Target="fonts/LexendMedium-regular.fntdata"/><Relationship Id="rId97" Type="http://schemas.openxmlformats.org/officeDocument/2006/relationships/font" Target="fonts/Lexend-bold.fntdata"/><Relationship Id="rId96" Type="http://schemas.openxmlformats.org/officeDocument/2006/relationships/font" Target="fonts/Lexend-regular.fntdata"/><Relationship Id="rId86" Type="http://schemas.openxmlformats.org/officeDocument/2006/relationships/font" Target="fonts/LexendSemiBold-regular.fntdata"/><Relationship Id="rId88" Type="http://schemas.openxmlformats.org/officeDocument/2006/relationships/font" Target="fonts/LexendLight-regular.fntdata"/><Relationship Id="rId87" Type="http://schemas.openxmlformats.org/officeDocument/2006/relationships/font" Target="fonts/LexendSemiBold-bold.fntdata"/><Relationship Id="rId89" Type="http://schemas.openxmlformats.org/officeDocument/2006/relationships/font" Target="fonts/Lexend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200" Type="http://schemas.openxmlformats.org/officeDocument/2006/relationships/font" Target="fonts/Lora-regular.fntdata"/><Relationship Id="rId201" Type="http://schemas.openxmlformats.org/officeDocument/2006/relationships/font" Target="fonts/Lora-bold.fntdata"/><Relationship Id="rId202" Type="http://schemas.openxmlformats.org/officeDocument/2006/relationships/font" Target="fonts/Lora-italic.fntdata"/><Relationship Id="rId203" Type="http://schemas.openxmlformats.org/officeDocument/2006/relationships/font" Target="fonts/Lora-boldItalic.fntdata"/><Relationship Id="rId204" Type="http://schemas.openxmlformats.org/officeDocument/2006/relationships/font" Target="fonts/JetBrainsMono-regular.fntdata"/><Relationship Id="rId205" Type="http://schemas.openxmlformats.org/officeDocument/2006/relationships/font" Target="fonts/JetBrainsMono-bold.fntdata"/><Relationship Id="rId206" Type="http://schemas.openxmlformats.org/officeDocument/2006/relationships/font" Target="fonts/JetBrainsMono-italic.fntdata"/><Relationship Id="rId207" Type="http://schemas.openxmlformats.org/officeDocument/2006/relationships/font" Target="fonts/JetBrainsMon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6.jp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230.png"/><Relationship Id="rId6" Type="http://schemas.openxmlformats.org/officeDocument/2006/relationships/image" Target="../media/image128.png"/><Relationship Id="rId7" Type="http://schemas.openxmlformats.org/officeDocument/2006/relationships/image" Target="../media/image32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244.png"/><Relationship Id="rId6" Type="http://schemas.openxmlformats.org/officeDocument/2006/relationships/image" Target="../media/image161.png"/><Relationship Id="rId7" Type="http://schemas.openxmlformats.org/officeDocument/2006/relationships/image" Target="../media/image26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0.jpg"/><Relationship Id="rId4" Type="http://schemas.openxmlformats.org/officeDocument/2006/relationships/image" Target="../media/image10.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3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37.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3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3.png"/><Relationship Id="rId3" Type="http://schemas.openxmlformats.org/officeDocument/2006/relationships/image" Target="../media/image1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1.png"/><Relationship Id="rId3" Type="http://schemas.openxmlformats.org/officeDocument/2006/relationships/image" Target="../media/image13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g"/><Relationship Id="rId3" Type="http://schemas.openxmlformats.org/officeDocument/2006/relationships/image" Target="../media/image78.png"/></Relationships>
</file>

<file path=ppt/slideLayouts/_rels/slideLayout50.xml.rels><?xml version="1.0" encoding="UTF-8" standalone="yes"?><Relationships xmlns="http://schemas.openxmlformats.org/package/2006/relationships"><Relationship Id="rId20" Type="http://schemas.openxmlformats.org/officeDocument/2006/relationships/image" Target="../media/image39.png"/><Relationship Id="rId22" Type="http://schemas.openxmlformats.org/officeDocument/2006/relationships/image" Target="../media/image41.png"/><Relationship Id="rId21" Type="http://schemas.openxmlformats.org/officeDocument/2006/relationships/image" Target="../media/image38.png"/><Relationship Id="rId24" Type="http://schemas.openxmlformats.org/officeDocument/2006/relationships/image" Target="../media/image43.png"/><Relationship Id="rId23" Type="http://schemas.openxmlformats.org/officeDocument/2006/relationships/image" Target="../media/image53.png"/><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18.png"/><Relationship Id="rId4" Type="http://schemas.openxmlformats.org/officeDocument/2006/relationships/image" Target="../media/image21.png"/><Relationship Id="rId9" Type="http://schemas.openxmlformats.org/officeDocument/2006/relationships/image" Target="../media/image29.png"/><Relationship Id="rId26" Type="http://schemas.openxmlformats.org/officeDocument/2006/relationships/image" Target="../media/image42.png"/><Relationship Id="rId25" Type="http://schemas.openxmlformats.org/officeDocument/2006/relationships/image" Target="../media/image40.png"/><Relationship Id="rId28" Type="http://schemas.openxmlformats.org/officeDocument/2006/relationships/image" Target="../media/image50.png"/><Relationship Id="rId27" Type="http://schemas.openxmlformats.org/officeDocument/2006/relationships/image" Target="../media/image47.png"/><Relationship Id="rId5" Type="http://schemas.openxmlformats.org/officeDocument/2006/relationships/image" Target="../media/image24.png"/><Relationship Id="rId6" Type="http://schemas.openxmlformats.org/officeDocument/2006/relationships/image" Target="../media/image22.png"/><Relationship Id="rId29" Type="http://schemas.openxmlformats.org/officeDocument/2006/relationships/image" Target="../media/image65.png"/><Relationship Id="rId7" Type="http://schemas.openxmlformats.org/officeDocument/2006/relationships/image" Target="../media/image23.png"/><Relationship Id="rId8" Type="http://schemas.openxmlformats.org/officeDocument/2006/relationships/image" Target="../media/image26.png"/><Relationship Id="rId31" Type="http://schemas.openxmlformats.org/officeDocument/2006/relationships/image" Target="../media/image45.png"/><Relationship Id="rId30" Type="http://schemas.openxmlformats.org/officeDocument/2006/relationships/image" Target="../media/image80.png"/><Relationship Id="rId11" Type="http://schemas.openxmlformats.org/officeDocument/2006/relationships/image" Target="../media/image25.png"/><Relationship Id="rId33" Type="http://schemas.openxmlformats.org/officeDocument/2006/relationships/image" Target="../media/image46.png"/><Relationship Id="rId10" Type="http://schemas.openxmlformats.org/officeDocument/2006/relationships/image" Target="../media/image27.png"/><Relationship Id="rId32" Type="http://schemas.openxmlformats.org/officeDocument/2006/relationships/image" Target="../media/image51.png"/><Relationship Id="rId13" Type="http://schemas.openxmlformats.org/officeDocument/2006/relationships/image" Target="../media/image28.png"/><Relationship Id="rId35" Type="http://schemas.openxmlformats.org/officeDocument/2006/relationships/image" Target="../media/image52.png"/><Relationship Id="rId12" Type="http://schemas.openxmlformats.org/officeDocument/2006/relationships/image" Target="../media/image30.png"/><Relationship Id="rId34" Type="http://schemas.openxmlformats.org/officeDocument/2006/relationships/image" Target="../media/image48.png"/><Relationship Id="rId15" Type="http://schemas.openxmlformats.org/officeDocument/2006/relationships/image" Target="../media/image36.png"/><Relationship Id="rId37" Type="http://schemas.openxmlformats.org/officeDocument/2006/relationships/image" Target="../media/image3.png"/><Relationship Id="rId14" Type="http://schemas.openxmlformats.org/officeDocument/2006/relationships/image" Target="../media/image31.png"/><Relationship Id="rId36" Type="http://schemas.openxmlformats.org/officeDocument/2006/relationships/image" Target="../media/image49.png"/><Relationship Id="rId17" Type="http://schemas.openxmlformats.org/officeDocument/2006/relationships/image" Target="../media/image33.png"/><Relationship Id="rId16" Type="http://schemas.openxmlformats.org/officeDocument/2006/relationships/image" Target="../media/image44.png"/><Relationship Id="rId19" Type="http://schemas.openxmlformats.org/officeDocument/2006/relationships/image" Target="../media/image34.png"/><Relationship Id="rId18" Type="http://schemas.openxmlformats.org/officeDocument/2006/relationships/image" Target="../media/image35.png"/></Relationships>
</file>

<file path=ppt/slideLayouts/_rels/slideLayout51.xml.rels><?xml version="1.0" encoding="UTF-8" standalone="yes"?><Relationships xmlns="http://schemas.openxmlformats.org/package/2006/relationships"><Relationship Id="rId20" Type="http://schemas.openxmlformats.org/officeDocument/2006/relationships/image" Target="../media/image71.png"/><Relationship Id="rId22" Type="http://schemas.openxmlformats.org/officeDocument/2006/relationships/image" Target="../media/image77.png"/><Relationship Id="rId21" Type="http://schemas.openxmlformats.org/officeDocument/2006/relationships/image" Target="../media/image75.png"/><Relationship Id="rId24" Type="http://schemas.openxmlformats.org/officeDocument/2006/relationships/image" Target="../media/image70.png"/><Relationship Id="rId23" Type="http://schemas.openxmlformats.org/officeDocument/2006/relationships/image" Target="../media/image74.png"/><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9.png"/><Relationship Id="rId4" Type="http://schemas.openxmlformats.org/officeDocument/2006/relationships/image" Target="../media/image61.png"/><Relationship Id="rId9" Type="http://schemas.openxmlformats.org/officeDocument/2006/relationships/image" Target="../media/image58.png"/><Relationship Id="rId26" Type="http://schemas.openxmlformats.org/officeDocument/2006/relationships/image" Target="../media/image82.png"/><Relationship Id="rId25" Type="http://schemas.openxmlformats.org/officeDocument/2006/relationships/image" Target="../media/image79.png"/><Relationship Id="rId28" Type="http://schemas.openxmlformats.org/officeDocument/2006/relationships/image" Target="../media/image86.png"/><Relationship Id="rId27" Type="http://schemas.openxmlformats.org/officeDocument/2006/relationships/image" Target="../media/image76.png"/><Relationship Id="rId5" Type="http://schemas.openxmlformats.org/officeDocument/2006/relationships/image" Target="../media/image55.png"/><Relationship Id="rId6" Type="http://schemas.openxmlformats.org/officeDocument/2006/relationships/image" Target="../media/image57.png"/><Relationship Id="rId29" Type="http://schemas.openxmlformats.org/officeDocument/2006/relationships/image" Target="../media/image83.png"/><Relationship Id="rId7" Type="http://schemas.openxmlformats.org/officeDocument/2006/relationships/image" Target="../media/image56.png"/><Relationship Id="rId8" Type="http://schemas.openxmlformats.org/officeDocument/2006/relationships/image" Target="../media/image62.png"/><Relationship Id="rId31" Type="http://schemas.openxmlformats.org/officeDocument/2006/relationships/image" Target="../media/image85.jpg"/><Relationship Id="rId30" Type="http://schemas.openxmlformats.org/officeDocument/2006/relationships/image" Target="../media/image81.jpg"/><Relationship Id="rId11" Type="http://schemas.openxmlformats.org/officeDocument/2006/relationships/image" Target="../media/image60.png"/><Relationship Id="rId33" Type="http://schemas.openxmlformats.org/officeDocument/2006/relationships/image" Target="../media/image3.png"/><Relationship Id="rId10" Type="http://schemas.openxmlformats.org/officeDocument/2006/relationships/image" Target="../media/image67.png"/><Relationship Id="rId32" Type="http://schemas.openxmlformats.org/officeDocument/2006/relationships/image" Target="../media/image100.png"/><Relationship Id="rId13" Type="http://schemas.openxmlformats.org/officeDocument/2006/relationships/image" Target="../media/image64.png"/><Relationship Id="rId12" Type="http://schemas.openxmlformats.org/officeDocument/2006/relationships/image" Target="../media/image63.png"/><Relationship Id="rId15" Type="http://schemas.openxmlformats.org/officeDocument/2006/relationships/image" Target="../media/image69.png"/><Relationship Id="rId14" Type="http://schemas.openxmlformats.org/officeDocument/2006/relationships/image" Target="../media/image87.png"/><Relationship Id="rId17" Type="http://schemas.openxmlformats.org/officeDocument/2006/relationships/image" Target="../media/image68.png"/><Relationship Id="rId16" Type="http://schemas.openxmlformats.org/officeDocument/2006/relationships/image" Target="../media/image170.png"/><Relationship Id="rId19" Type="http://schemas.openxmlformats.org/officeDocument/2006/relationships/image" Target="../media/image72.png"/><Relationship Id="rId18" Type="http://schemas.openxmlformats.org/officeDocument/2006/relationships/image" Target="../media/image66.png"/></Relationships>
</file>

<file path=ppt/slideLayouts/_rels/slideLayout52.xml.rels><?xml version="1.0" encoding="UTF-8" standalone="yes"?><Relationships xmlns="http://schemas.openxmlformats.org/package/2006/relationships"><Relationship Id="rId20" Type="http://schemas.openxmlformats.org/officeDocument/2006/relationships/image" Target="../media/image111.png"/><Relationship Id="rId22" Type="http://schemas.openxmlformats.org/officeDocument/2006/relationships/image" Target="../media/image3.png"/><Relationship Id="rId21" Type="http://schemas.openxmlformats.org/officeDocument/2006/relationships/image" Target="../media/image121.png"/><Relationship Id="rId1" Type="http://schemas.openxmlformats.org/officeDocument/2006/relationships/slideMaster" Target="../slideMasters/slideMaster1.xml"/><Relationship Id="rId2" Type="http://schemas.openxmlformats.org/officeDocument/2006/relationships/image" Target="../media/image93.png"/><Relationship Id="rId3" Type="http://schemas.openxmlformats.org/officeDocument/2006/relationships/image" Target="../media/image106.png"/><Relationship Id="rId4" Type="http://schemas.openxmlformats.org/officeDocument/2006/relationships/image" Target="../media/image94.png"/><Relationship Id="rId9" Type="http://schemas.openxmlformats.org/officeDocument/2006/relationships/image" Target="../media/image90.png"/><Relationship Id="rId5" Type="http://schemas.openxmlformats.org/officeDocument/2006/relationships/image" Target="../media/image84.png"/><Relationship Id="rId6" Type="http://schemas.openxmlformats.org/officeDocument/2006/relationships/image" Target="../media/image89.png"/><Relationship Id="rId7" Type="http://schemas.openxmlformats.org/officeDocument/2006/relationships/image" Target="../media/image91.png"/><Relationship Id="rId8" Type="http://schemas.openxmlformats.org/officeDocument/2006/relationships/image" Target="../media/image88.png"/><Relationship Id="rId11" Type="http://schemas.openxmlformats.org/officeDocument/2006/relationships/image" Target="../media/image98.png"/><Relationship Id="rId10" Type="http://schemas.openxmlformats.org/officeDocument/2006/relationships/image" Target="../media/image92.png"/><Relationship Id="rId13" Type="http://schemas.openxmlformats.org/officeDocument/2006/relationships/image" Target="../media/image95.png"/><Relationship Id="rId12" Type="http://schemas.openxmlformats.org/officeDocument/2006/relationships/image" Target="../media/image99.png"/><Relationship Id="rId15" Type="http://schemas.openxmlformats.org/officeDocument/2006/relationships/image" Target="../media/image96.png"/><Relationship Id="rId14" Type="http://schemas.openxmlformats.org/officeDocument/2006/relationships/image" Target="../media/image97.png"/><Relationship Id="rId17" Type="http://schemas.openxmlformats.org/officeDocument/2006/relationships/image" Target="../media/image107.png"/><Relationship Id="rId16" Type="http://schemas.openxmlformats.org/officeDocument/2006/relationships/image" Target="../media/image104.png"/><Relationship Id="rId19" Type="http://schemas.openxmlformats.org/officeDocument/2006/relationships/image" Target="../media/image103.png"/><Relationship Id="rId18" Type="http://schemas.openxmlformats.org/officeDocument/2006/relationships/image" Target="../media/image102.png"/></Relationships>
</file>

<file path=ppt/slideLayouts/_rels/slideLayout53.xml.rels><?xml version="1.0" encoding="UTF-8" standalone="yes"?><Relationships xmlns="http://schemas.openxmlformats.org/package/2006/relationships"><Relationship Id="rId20" Type="http://schemas.openxmlformats.org/officeDocument/2006/relationships/image" Target="../media/image125.png"/><Relationship Id="rId22" Type="http://schemas.openxmlformats.org/officeDocument/2006/relationships/image" Target="../media/image126.png"/><Relationship Id="rId21" Type="http://schemas.openxmlformats.org/officeDocument/2006/relationships/image" Target="../media/image120.png"/><Relationship Id="rId24" Type="http://schemas.openxmlformats.org/officeDocument/2006/relationships/image" Target="../media/image131.png"/><Relationship Id="rId23" Type="http://schemas.openxmlformats.org/officeDocument/2006/relationships/image" Target="../media/image129.png"/><Relationship Id="rId1" Type="http://schemas.openxmlformats.org/officeDocument/2006/relationships/slideMaster" Target="../slideMasters/slideMaster1.xml"/><Relationship Id="rId2" Type="http://schemas.openxmlformats.org/officeDocument/2006/relationships/image" Target="../media/image101.png"/><Relationship Id="rId3" Type="http://schemas.openxmlformats.org/officeDocument/2006/relationships/image" Target="../media/image105.png"/><Relationship Id="rId4" Type="http://schemas.openxmlformats.org/officeDocument/2006/relationships/image" Target="../media/image113.png"/><Relationship Id="rId9" Type="http://schemas.openxmlformats.org/officeDocument/2006/relationships/image" Target="../media/image116.png"/><Relationship Id="rId26" Type="http://schemas.openxmlformats.org/officeDocument/2006/relationships/image" Target="../media/image130.png"/><Relationship Id="rId25" Type="http://schemas.openxmlformats.org/officeDocument/2006/relationships/image" Target="../media/image143.png"/><Relationship Id="rId27" Type="http://schemas.openxmlformats.org/officeDocument/2006/relationships/image" Target="../media/image3.png"/><Relationship Id="rId5" Type="http://schemas.openxmlformats.org/officeDocument/2006/relationships/image" Target="../media/image115.png"/><Relationship Id="rId6" Type="http://schemas.openxmlformats.org/officeDocument/2006/relationships/image" Target="../media/image110.png"/><Relationship Id="rId7" Type="http://schemas.openxmlformats.org/officeDocument/2006/relationships/image" Target="../media/image119.png"/><Relationship Id="rId8" Type="http://schemas.openxmlformats.org/officeDocument/2006/relationships/image" Target="../media/image108.png"/><Relationship Id="rId11" Type="http://schemas.openxmlformats.org/officeDocument/2006/relationships/image" Target="../media/image114.png"/><Relationship Id="rId10" Type="http://schemas.openxmlformats.org/officeDocument/2006/relationships/image" Target="../media/image109.png"/><Relationship Id="rId13" Type="http://schemas.openxmlformats.org/officeDocument/2006/relationships/image" Target="../media/image118.png"/><Relationship Id="rId12" Type="http://schemas.openxmlformats.org/officeDocument/2006/relationships/image" Target="../media/image112.png"/><Relationship Id="rId15" Type="http://schemas.openxmlformats.org/officeDocument/2006/relationships/image" Target="../media/image123.png"/><Relationship Id="rId14" Type="http://schemas.openxmlformats.org/officeDocument/2006/relationships/image" Target="../media/image117.png"/><Relationship Id="rId17" Type="http://schemas.openxmlformats.org/officeDocument/2006/relationships/image" Target="../media/image127.png"/><Relationship Id="rId16" Type="http://schemas.openxmlformats.org/officeDocument/2006/relationships/image" Target="../media/image124.png"/><Relationship Id="rId19" Type="http://schemas.openxmlformats.org/officeDocument/2006/relationships/image" Target="../media/image122.png"/><Relationship Id="rId18" Type="http://schemas.openxmlformats.org/officeDocument/2006/relationships/image" Target="../media/image133.png"/></Relationships>
</file>

<file path=ppt/slideLayouts/_rels/slideLayout54.xml.rels><?xml version="1.0" encoding="UTF-8" standalone="yes"?><Relationships xmlns="http://schemas.openxmlformats.org/package/2006/relationships"><Relationship Id="rId20" Type="http://schemas.openxmlformats.org/officeDocument/2006/relationships/image" Target="../media/image3.png"/><Relationship Id="rId1" Type="http://schemas.openxmlformats.org/officeDocument/2006/relationships/slideMaster" Target="../slideMasters/slideMaster1.xml"/><Relationship Id="rId2" Type="http://schemas.openxmlformats.org/officeDocument/2006/relationships/image" Target="../media/image138.png"/><Relationship Id="rId3" Type="http://schemas.openxmlformats.org/officeDocument/2006/relationships/image" Target="../media/image135.png"/><Relationship Id="rId4" Type="http://schemas.openxmlformats.org/officeDocument/2006/relationships/image" Target="../media/image149.png"/><Relationship Id="rId9" Type="http://schemas.openxmlformats.org/officeDocument/2006/relationships/image" Target="../media/image140.png"/><Relationship Id="rId5" Type="http://schemas.openxmlformats.org/officeDocument/2006/relationships/image" Target="../media/image139.png"/><Relationship Id="rId6" Type="http://schemas.openxmlformats.org/officeDocument/2006/relationships/image" Target="../media/image145.png"/><Relationship Id="rId7" Type="http://schemas.openxmlformats.org/officeDocument/2006/relationships/image" Target="../media/image137.png"/><Relationship Id="rId8" Type="http://schemas.openxmlformats.org/officeDocument/2006/relationships/image" Target="../media/image136.png"/><Relationship Id="rId11" Type="http://schemas.openxmlformats.org/officeDocument/2006/relationships/image" Target="../media/image141.png"/><Relationship Id="rId10" Type="http://schemas.openxmlformats.org/officeDocument/2006/relationships/image" Target="../media/image134.png"/><Relationship Id="rId13" Type="http://schemas.openxmlformats.org/officeDocument/2006/relationships/image" Target="../media/image151.png"/><Relationship Id="rId12" Type="http://schemas.openxmlformats.org/officeDocument/2006/relationships/image" Target="../media/image150.png"/><Relationship Id="rId15" Type="http://schemas.openxmlformats.org/officeDocument/2006/relationships/image" Target="../media/image144.png"/><Relationship Id="rId14" Type="http://schemas.openxmlformats.org/officeDocument/2006/relationships/image" Target="../media/image142.png"/><Relationship Id="rId17" Type="http://schemas.openxmlformats.org/officeDocument/2006/relationships/image" Target="../media/image147.png"/><Relationship Id="rId16" Type="http://schemas.openxmlformats.org/officeDocument/2006/relationships/image" Target="../media/image146.png"/><Relationship Id="rId19" Type="http://schemas.openxmlformats.org/officeDocument/2006/relationships/image" Target="../media/image154.png"/><Relationship Id="rId18" Type="http://schemas.openxmlformats.org/officeDocument/2006/relationships/image" Target="../media/image148.png"/></Relationships>
</file>

<file path=ppt/slideLayouts/_rels/slideLayout55.xml.rels><?xml version="1.0" encoding="UTF-8" standalone="yes"?><Relationships xmlns="http://schemas.openxmlformats.org/package/2006/relationships"><Relationship Id="rId20" Type="http://schemas.openxmlformats.org/officeDocument/2006/relationships/image" Target="../media/image180.png"/><Relationship Id="rId22" Type="http://schemas.openxmlformats.org/officeDocument/2006/relationships/image" Target="../media/image3.png"/><Relationship Id="rId21" Type="http://schemas.openxmlformats.org/officeDocument/2006/relationships/image" Target="../media/image214.png"/><Relationship Id="rId1" Type="http://schemas.openxmlformats.org/officeDocument/2006/relationships/slideMaster" Target="../slideMasters/slideMaster1.xml"/><Relationship Id="rId2" Type="http://schemas.openxmlformats.org/officeDocument/2006/relationships/image" Target="../media/image157.png"/><Relationship Id="rId3" Type="http://schemas.openxmlformats.org/officeDocument/2006/relationships/image" Target="../media/image153.png"/><Relationship Id="rId4" Type="http://schemas.openxmlformats.org/officeDocument/2006/relationships/image" Target="../media/image152.png"/><Relationship Id="rId9" Type="http://schemas.openxmlformats.org/officeDocument/2006/relationships/image" Target="../media/image158.png"/><Relationship Id="rId5" Type="http://schemas.openxmlformats.org/officeDocument/2006/relationships/image" Target="../media/image156.png"/><Relationship Id="rId6" Type="http://schemas.openxmlformats.org/officeDocument/2006/relationships/image" Target="../media/image159.png"/><Relationship Id="rId7" Type="http://schemas.openxmlformats.org/officeDocument/2006/relationships/image" Target="../media/image167.png"/><Relationship Id="rId8" Type="http://schemas.openxmlformats.org/officeDocument/2006/relationships/image" Target="../media/image160.png"/><Relationship Id="rId11" Type="http://schemas.openxmlformats.org/officeDocument/2006/relationships/image" Target="../media/image164.png"/><Relationship Id="rId10" Type="http://schemas.openxmlformats.org/officeDocument/2006/relationships/image" Target="../media/image165.png"/><Relationship Id="rId13" Type="http://schemas.openxmlformats.org/officeDocument/2006/relationships/image" Target="../media/image162.png"/><Relationship Id="rId12" Type="http://schemas.openxmlformats.org/officeDocument/2006/relationships/image" Target="../media/image166.png"/><Relationship Id="rId15" Type="http://schemas.openxmlformats.org/officeDocument/2006/relationships/image" Target="../media/image181.png"/><Relationship Id="rId14" Type="http://schemas.openxmlformats.org/officeDocument/2006/relationships/image" Target="../media/image155.png"/><Relationship Id="rId17" Type="http://schemas.openxmlformats.org/officeDocument/2006/relationships/image" Target="../media/image174.png"/><Relationship Id="rId16" Type="http://schemas.openxmlformats.org/officeDocument/2006/relationships/image" Target="../media/image163.png"/><Relationship Id="rId19" Type="http://schemas.openxmlformats.org/officeDocument/2006/relationships/image" Target="../media/image168.png"/><Relationship Id="rId18" Type="http://schemas.openxmlformats.org/officeDocument/2006/relationships/image" Target="../media/image169.png"/></Relationships>
</file>

<file path=ppt/slideLayouts/_rels/slideLayout56.xml.rels><?xml version="1.0" encoding="UTF-8" standalone="yes"?><Relationships xmlns="http://schemas.openxmlformats.org/package/2006/relationships"><Relationship Id="rId20" Type="http://schemas.openxmlformats.org/officeDocument/2006/relationships/image" Target="../media/image202.png"/><Relationship Id="rId21" Type="http://schemas.openxmlformats.org/officeDocument/2006/relationships/image" Target="../media/image186.png"/><Relationship Id="rId1" Type="http://schemas.openxmlformats.org/officeDocument/2006/relationships/slideMaster" Target="../slideMasters/slideMaster1.xml"/><Relationship Id="rId2" Type="http://schemas.openxmlformats.org/officeDocument/2006/relationships/image" Target="../media/image172.png"/><Relationship Id="rId3" Type="http://schemas.openxmlformats.org/officeDocument/2006/relationships/image" Target="../media/image175.png"/><Relationship Id="rId4" Type="http://schemas.openxmlformats.org/officeDocument/2006/relationships/image" Target="../media/image194.png"/><Relationship Id="rId9" Type="http://schemas.openxmlformats.org/officeDocument/2006/relationships/image" Target="../media/image173.png"/><Relationship Id="rId5" Type="http://schemas.openxmlformats.org/officeDocument/2006/relationships/image" Target="../media/image183.png"/><Relationship Id="rId6" Type="http://schemas.openxmlformats.org/officeDocument/2006/relationships/image" Target="../media/image196.png"/><Relationship Id="rId7" Type="http://schemas.openxmlformats.org/officeDocument/2006/relationships/image" Target="../media/image171.png"/><Relationship Id="rId8" Type="http://schemas.openxmlformats.org/officeDocument/2006/relationships/image" Target="../media/image178.png"/><Relationship Id="rId11" Type="http://schemas.openxmlformats.org/officeDocument/2006/relationships/image" Target="../media/image179.png"/><Relationship Id="rId10" Type="http://schemas.openxmlformats.org/officeDocument/2006/relationships/image" Target="../media/image177.png"/><Relationship Id="rId13" Type="http://schemas.openxmlformats.org/officeDocument/2006/relationships/image" Target="../media/image192.png"/><Relationship Id="rId12" Type="http://schemas.openxmlformats.org/officeDocument/2006/relationships/image" Target="../media/image182.png"/><Relationship Id="rId15" Type="http://schemas.openxmlformats.org/officeDocument/2006/relationships/image" Target="../media/image190.png"/><Relationship Id="rId14" Type="http://schemas.openxmlformats.org/officeDocument/2006/relationships/image" Target="../media/image184.png"/><Relationship Id="rId17" Type="http://schemas.openxmlformats.org/officeDocument/2006/relationships/image" Target="../media/image185.png"/><Relationship Id="rId16" Type="http://schemas.openxmlformats.org/officeDocument/2006/relationships/image" Target="../media/image205.png"/><Relationship Id="rId19" Type="http://schemas.openxmlformats.org/officeDocument/2006/relationships/image" Target="../media/image189.png"/><Relationship Id="rId18" Type="http://schemas.openxmlformats.org/officeDocument/2006/relationships/image" Target="../media/image187.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8.png"/><Relationship Id="rId3" Type="http://schemas.openxmlformats.org/officeDocument/2006/relationships/image" Target="../media/image212.png"/><Relationship Id="rId4" Type="http://schemas.openxmlformats.org/officeDocument/2006/relationships/image" Target="../media/image200.png"/><Relationship Id="rId9" Type="http://schemas.openxmlformats.org/officeDocument/2006/relationships/image" Target="../media/image221.png"/><Relationship Id="rId5" Type="http://schemas.openxmlformats.org/officeDocument/2006/relationships/image" Target="../media/image197.png"/><Relationship Id="rId6" Type="http://schemas.openxmlformats.org/officeDocument/2006/relationships/image" Target="../media/image198.png"/><Relationship Id="rId7" Type="http://schemas.openxmlformats.org/officeDocument/2006/relationships/image" Target="../media/image191.png"/><Relationship Id="rId8" Type="http://schemas.openxmlformats.org/officeDocument/2006/relationships/image" Target="../media/image203.png"/><Relationship Id="rId11" Type="http://schemas.openxmlformats.org/officeDocument/2006/relationships/image" Target="../media/image195.png"/><Relationship Id="rId10" Type="http://schemas.openxmlformats.org/officeDocument/2006/relationships/image" Target="../media/image201.png"/><Relationship Id="rId13" Type="http://schemas.openxmlformats.org/officeDocument/2006/relationships/image" Target="../media/image217.png"/><Relationship Id="rId12" Type="http://schemas.openxmlformats.org/officeDocument/2006/relationships/image" Target="../media/image193.png"/><Relationship Id="rId14" Type="http://schemas.openxmlformats.org/officeDocument/2006/relationships/image" Target="../media/image210.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07.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1.jpg"/><Relationship Id="rId3" Type="http://schemas.openxmlformats.org/officeDocument/2006/relationships/image" Target="../media/image3.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pic>
        <p:nvPicPr>
          <p:cNvPr id="14" name="Google Shape;14;p2" title="Global Conference-2024-Coworking-Alun (1).jpg"/>
          <p:cNvPicPr preferRelativeResize="0"/>
          <p:nvPr/>
        </p:nvPicPr>
        <p:blipFill rotWithShape="1">
          <a:blip r:embed="rId2">
            <a:alphaModFix/>
          </a:blip>
          <a:srcRect b="0" l="11767" r="26367" t="0"/>
          <a:stretch/>
        </p:blipFill>
        <p:spPr>
          <a:xfrm>
            <a:off x="2" y="0"/>
            <a:ext cx="9144004" cy="5143497"/>
          </a:xfrm>
          <a:prstGeom prst="rect">
            <a:avLst/>
          </a:prstGeom>
          <a:noFill/>
          <a:ln>
            <a:noFill/>
          </a:ln>
        </p:spPr>
      </p:pic>
      <p:sp>
        <p:nvSpPr>
          <p:cNvPr id="15" name="Google Shape;15;p2"/>
          <p:cNvSpPr/>
          <p:nvPr/>
        </p:nvSpPr>
        <p:spPr>
          <a:xfrm>
            <a:off x="125" y="3984900"/>
            <a:ext cx="9144000" cy="8058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 name="Google Shape;16;p2"/>
          <p:cNvPicPr preferRelativeResize="0"/>
          <p:nvPr/>
        </p:nvPicPr>
        <p:blipFill>
          <a:blip r:embed="rId3">
            <a:alphaModFix/>
          </a:blip>
          <a:stretch>
            <a:fillRect/>
          </a:stretch>
        </p:blipFill>
        <p:spPr>
          <a:xfrm>
            <a:off x="7280825" y="4188500"/>
            <a:ext cx="1503252" cy="398576"/>
          </a:xfrm>
          <a:prstGeom prst="rect">
            <a:avLst/>
          </a:prstGeom>
          <a:noFill/>
          <a:ln>
            <a:noFill/>
          </a:ln>
        </p:spPr>
      </p:pic>
      <p:grpSp>
        <p:nvGrpSpPr>
          <p:cNvPr id="17" name="Google Shape;17;p2"/>
          <p:cNvGrpSpPr/>
          <p:nvPr/>
        </p:nvGrpSpPr>
        <p:grpSpPr>
          <a:xfrm>
            <a:off x="360000" y="360000"/>
            <a:ext cx="446146" cy="3262499"/>
            <a:chOff x="360000" y="360000"/>
            <a:chExt cx="446146" cy="3262499"/>
          </a:xfrm>
        </p:grpSpPr>
        <p:sp>
          <p:nvSpPr>
            <p:cNvPr id="18" name="Google Shape;18;p2"/>
            <p:cNvSpPr/>
            <p:nvPr/>
          </p:nvSpPr>
          <p:spPr>
            <a:xfrm>
              <a:off x="360000" y="360000"/>
              <a:ext cx="1047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 name="Google Shape;19;p2"/>
            <p:cNvSpPr/>
            <p:nvPr/>
          </p:nvSpPr>
          <p:spPr>
            <a:xfrm rot="5400000">
              <a:off x="530746" y="3347099"/>
              <a:ext cx="1047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 name="Google Shape;20;p2"/>
            <p:cNvSpPr/>
            <p:nvPr/>
          </p:nvSpPr>
          <p:spPr>
            <a:xfrm rot="5400000">
              <a:off x="530746" y="189306"/>
              <a:ext cx="1047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 name="Google Shape;21;p2"/>
          <p:cNvSpPr txBox="1"/>
          <p:nvPr>
            <p:ph type="title"/>
          </p:nvPr>
        </p:nvSpPr>
        <p:spPr>
          <a:xfrm>
            <a:off x="360000" y="3996675"/>
            <a:ext cx="6807900" cy="5244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2400"/>
              <a:buFont typeface="Lexend"/>
              <a:buNone/>
              <a:defRPr b="1" sz="24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2" name="Google Shape;22;p2"/>
          <p:cNvSpPr txBox="1"/>
          <p:nvPr>
            <p:ph idx="2" type="title"/>
          </p:nvPr>
        </p:nvSpPr>
        <p:spPr>
          <a:xfrm>
            <a:off x="368375" y="4410525"/>
            <a:ext cx="6807900" cy="2679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200"/>
              <a:buNone/>
              <a:defRPr b="0" sz="12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3" name="Shape 23"/>
        <p:cNvGrpSpPr/>
        <p:nvPr/>
      </p:nvGrpSpPr>
      <p:grpSpPr>
        <a:xfrm>
          <a:off x="0" y="0"/>
          <a:ext cx="0" cy="0"/>
          <a:chOff x="0" y="0"/>
          <a:chExt cx="0" cy="0"/>
        </a:xfrm>
      </p:grpSpPr>
      <p:pic>
        <p:nvPicPr>
          <p:cNvPr id="24" name="Google Shape;24;p3"/>
          <p:cNvPicPr preferRelativeResize="0"/>
          <p:nvPr/>
        </p:nvPicPr>
        <p:blipFill rotWithShape="1">
          <a:blip r:embed="rId2">
            <a:alphaModFix/>
          </a:blip>
          <a:srcRect b="2462" l="16833" r="0" t="14371"/>
          <a:stretch/>
        </p:blipFill>
        <p:spPr>
          <a:xfrm>
            <a:off x="150" y="-25"/>
            <a:ext cx="9144003" cy="5143550"/>
          </a:xfrm>
          <a:prstGeom prst="rect">
            <a:avLst/>
          </a:prstGeom>
          <a:noFill/>
          <a:ln>
            <a:noFill/>
          </a:ln>
        </p:spPr>
      </p:pic>
      <p:sp>
        <p:nvSpPr>
          <p:cNvPr id="25" name="Google Shape;25;p3"/>
          <p:cNvSpPr/>
          <p:nvPr/>
        </p:nvSpPr>
        <p:spPr>
          <a:xfrm>
            <a:off x="125" y="3984900"/>
            <a:ext cx="9144000" cy="8058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 name="Google Shape;26;p3"/>
          <p:cNvPicPr preferRelativeResize="0"/>
          <p:nvPr/>
        </p:nvPicPr>
        <p:blipFill>
          <a:blip r:embed="rId3">
            <a:alphaModFix/>
          </a:blip>
          <a:stretch>
            <a:fillRect/>
          </a:stretch>
        </p:blipFill>
        <p:spPr>
          <a:xfrm>
            <a:off x="7280825" y="4188500"/>
            <a:ext cx="1503252" cy="398576"/>
          </a:xfrm>
          <a:prstGeom prst="rect">
            <a:avLst/>
          </a:prstGeom>
          <a:noFill/>
          <a:ln>
            <a:noFill/>
          </a:ln>
        </p:spPr>
      </p:pic>
      <p:grpSp>
        <p:nvGrpSpPr>
          <p:cNvPr id="27" name="Google Shape;27;p3"/>
          <p:cNvGrpSpPr/>
          <p:nvPr/>
        </p:nvGrpSpPr>
        <p:grpSpPr>
          <a:xfrm>
            <a:off x="360000" y="360000"/>
            <a:ext cx="446146" cy="3262499"/>
            <a:chOff x="360000" y="360000"/>
            <a:chExt cx="446146" cy="3262499"/>
          </a:xfrm>
        </p:grpSpPr>
        <p:sp>
          <p:nvSpPr>
            <p:cNvPr id="28" name="Google Shape;28;p3"/>
            <p:cNvSpPr/>
            <p:nvPr/>
          </p:nvSpPr>
          <p:spPr>
            <a:xfrm>
              <a:off x="360000" y="360000"/>
              <a:ext cx="1047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 name="Google Shape;29;p3"/>
            <p:cNvSpPr/>
            <p:nvPr/>
          </p:nvSpPr>
          <p:spPr>
            <a:xfrm rot="5400000">
              <a:off x="530746" y="3347099"/>
              <a:ext cx="1047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 name="Google Shape;30;p3"/>
            <p:cNvSpPr/>
            <p:nvPr/>
          </p:nvSpPr>
          <p:spPr>
            <a:xfrm rot="5400000">
              <a:off x="530746" y="189306"/>
              <a:ext cx="1047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1" name="Google Shape;31;p3"/>
          <p:cNvSpPr txBox="1"/>
          <p:nvPr>
            <p:ph type="title"/>
          </p:nvPr>
        </p:nvSpPr>
        <p:spPr>
          <a:xfrm>
            <a:off x="360000" y="3996675"/>
            <a:ext cx="6807900" cy="5244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2400"/>
              <a:buFont typeface="Lexend"/>
              <a:buNone/>
              <a:defRPr b="1" sz="24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2" name="Google Shape;32;p3"/>
          <p:cNvSpPr txBox="1"/>
          <p:nvPr>
            <p:ph idx="2" type="title"/>
          </p:nvPr>
        </p:nvSpPr>
        <p:spPr>
          <a:xfrm>
            <a:off x="368375" y="4410525"/>
            <a:ext cx="6807900" cy="2679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200"/>
              <a:buNone/>
              <a:defRPr b="0" sz="12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Image 01 ">
  <p:cSld name="CUSTOM_2">
    <p:spTree>
      <p:nvGrpSpPr>
        <p:cNvPr id="33" name="Shape 33"/>
        <p:cNvGrpSpPr/>
        <p:nvPr/>
      </p:nvGrpSpPr>
      <p:grpSpPr>
        <a:xfrm>
          <a:off x="0" y="0"/>
          <a:ext cx="0" cy="0"/>
          <a:chOff x="0" y="0"/>
          <a:chExt cx="0" cy="0"/>
        </a:xfrm>
      </p:grpSpPr>
      <p:pic>
        <p:nvPicPr>
          <p:cNvPr id="34" name="Google Shape;34;p4" title="UKNorth10_043.jpg"/>
          <p:cNvPicPr preferRelativeResize="0"/>
          <p:nvPr/>
        </p:nvPicPr>
        <p:blipFill rotWithShape="1">
          <a:blip r:embed="rId2">
            <a:alphaModFix/>
          </a:blip>
          <a:srcRect b="14286" l="0" r="0" t="1383"/>
          <a:stretch/>
        </p:blipFill>
        <p:spPr>
          <a:xfrm>
            <a:off x="0" y="-25"/>
            <a:ext cx="9144003" cy="5143550"/>
          </a:xfrm>
          <a:prstGeom prst="rect">
            <a:avLst/>
          </a:prstGeom>
          <a:noFill/>
          <a:ln>
            <a:noFill/>
          </a:ln>
        </p:spPr>
      </p:pic>
      <p:sp>
        <p:nvSpPr>
          <p:cNvPr id="35" name="Google Shape;3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36" name="Google Shape;36;p4"/>
          <p:cNvSpPr/>
          <p:nvPr/>
        </p:nvSpPr>
        <p:spPr>
          <a:xfrm>
            <a:off x="115350" y="1672725"/>
            <a:ext cx="3601800" cy="33549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7" name="Google Shape;37;p4"/>
          <p:cNvPicPr preferRelativeResize="0"/>
          <p:nvPr/>
        </p:nvPicPr>
        <p:blipFill>
          <a:blip r:embed="rId3">
            <a:alphaModFix/>
          </a:blip>
          <a:stretch>
            <a:fillRect/>
          </a:stretch>
        </p:blipFill>
        <p:spPr>
          <a:xfrm>
            <a:off x="420150" y="4365475"/>
            <a:ext cx="1347748" cy="357350"/>
          </a:xfrm>
          <a:prstGeom prst="rect">
            <a:avLst/>
          </a:prstGeom>
          <a:noFill/>
          <a:ln>
            <a:noFill/>
          </a:ln>
        </p:spPr>
      </p:pic>
      <p:grpSp>
        <p:nvGrpSpPr>
          <p:cNvPr id="38" name="Google Shape;38;p4"/>
          <p:cNvGrpSpPr/>
          <p:nvPr/>
        </p:nvGrpSpPr>
        <p:grpSpPr>
          <a:xfrm rot="10800000">
            <a:off x="8439874" y="-19"/>
            <a:ext cx="704286" cy="5143552"/>
            <a:chOff x="360000" y="360000"/>
            <a:chExt cx="446146" cy="3258300"/>
          </a:xfrm>
        </p:grpSpPr>
        <p:sp>
          <p:nvSpPr>
            <p:cNvPr id="39" name="Google Shape;39;p4"/>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 name="Google Shape;40;p4"/>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 name="Google Shape;41;p4"/>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2" name="Google Shape;42;p4"/>
          <p:cNvSpPr txBox="1"/>
          <p:nvPr>
            <p:ph type="title"/>
          </p:nvPr>
        </p:nvSpPr>
        <p:spPr>
          <a:xfrm>
            <a:off x="420150" y="2052875"/>
            <a:ext cx="3053100" cy="5244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2400"/>
              <a:buFont typeface="Lexend SemiBold"/>
              <a:buNone/>
              <a:defRPr sz="2400">
                <a:solidFill>
                  <a:schemeClr val="lt1"/>
                </a:solidFill>
                <a:latin typeface="Lexend SemiBold"/>
                <a:ea typeface="Lexend SemiBold"/>
                <a:cs typeface="Lexend SemiBold"/>
                <a:sym typeface="Lexend SemiBol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4"/>
          <p:cNvSpPr txBox="1"/>
          <p:nvPr>
            <p:ph idx="2" type="title"/>
          </p:nvPr>
        </p:nvSpPr>
        <p:spPr>
          <a:xfrm>
            <a:off x="423906" y="2771525"/>
            <a:ext cx="3053100" cy="2679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Image 04">
  <p:cSld name="CUSTOM_5">
    <p:spTree>
      <p:nvGrpSpPr>
        <p:cNvPr id="44" name="Shape 44"/>
        <p:cNvGrpSpPr/>
        <p:nvPr/>
      </p:nvGrpSpPr>
      <p:grpSpPr>
        <a:xfrm>
          <a:off x="0" y="0"/>
          <a:ext cx="0" cy="0"/>
          <a:chOff x="0" y="0"/>
          <a:chExt cx="0" cy="0"/>
        </a:xfrm>
      </p:grpSpPr>
      <p:sp>
        <p:nvSpPr>
          <p:cNvPr id="45" name="Google Shape;4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pic>
        <p:nvPicPr>
          <p:cNvPr id="46" name="Google Shape;46;p5"/>
          <p:cNvPicPr preferRelativeResize="0"/>
          <p:nvPr/>
        </p:nvPicPr>
        <p:blipFill rotWithShape="1">
          <a:blip r:embed="rId2">
            <a:alphaModFix/>
          </a:blip>
          <a:srcRect b="0" l="612" r="612" t="0"/>
          <a:stretch/>
        </p:blipFill>
        <p:spPr>
          <a:xfrm>
            <a:off x="150" y="0"/>
            <a:ext cx="9031726" cy="5143499"/>
          </a:xfrm>
          <a:prstGeom prst="rect">
            <a:avLst/>
          </a:prstGeom>
          <a:noFill/>
          <a:ln>
            <a:noFill/>
          </a:ln>
        </p:spPr>
      </p:pic>
      <p:sp>
        <p:nvSpPr>
          <p:cNvPr id="47" name="Google Shape;47;p5"/>
          <p:cNvSpPr/>
          <p:nvPr/>
        </p:nvSpPr>
        <p:spPr>
          <a:xfrm>
            <a:off x="115350" y="1672725"/>
            <a:ext cx="3601800" cy="33549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8" name="Google Shape;48;p5"/>
          <p:cNvPicPr preferRelativeResize="0"/>
          <p:nvPr/>
        </p:nvPicPr>
        <p:blipFill>
          <a:blip r:embed="rId3">
            <a:alphaModFix/>
          </a:blip>
          <a:stretch>
            <a:fillRect/>
          </a:stretch>
        </p:blipFill>
        <p:spPr>
          <a:xfrm>
            <a:off x="420150" y="4365475"/>
            <a:ext cx="1347748" cy="357350"/>
          </a:xfrm>
          <a:prstGeom prst="rect">
            <a:avLst/>
          </a:prstGeom>
          <a:noFill/>
          <a:ln>
            <a:noFill/>
          </a:ln>
        </p:spPr>
      </p:pic>
      <p:grpSp>
        <p:nvGrpSpPr>
          <p:cNvPr id="49" name="Google Shape;49;p5"/>
          <p:cNvGrpSpPr/>
          <p:nvPr/>
        </p:nvGrpSpPr>
        <p:grpSpPr>
          <a:xfrm rot="10800000">
            <a:off x="8439874" y="-19"/>
            <a:ext cx="704286" cy="5143552"/>
            <a:chOff x="360000" y="360000"/>
            <a:chExt cx="446146" cy="3258300"/>
          </a:xfrm>
        </p:grpSpPr>
        <p:sp>
          <p:nvSpPr>
            <p:cNvPr id="50" name="Google Shape;50;p5"/>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 name="Google Shape;51;p5"/>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 name="Google Shape;52;p5"/>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3" name="Google Shape;53;p5"/>
          <p:cNvSpPr txBox="1"/>
          <p:nvPr>
            <p:ph type="title"/>
          </p:nvPr>
        </p:nvSpPr>
        <p:spPr>
          <a:xfrm>
            <a:off x="420150" y="2052875"/>
            <a:ext cx="3053100" cy="5244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2400"/>
              <a:buFont typeface="Lexend SemiBold"/>
              <a:buNone/>
              <a:defRPr sz="2400">
                <a:solidFill>
                  <a:schemeClr val="lt1"/>
                </a:solidFill>
                <a:latin typeface="Lexend SemiBold"/>
                <a:ea typeface="Lexend SemiBold"/>
                <a:cs typeface="Lexend SemiBold"/>
                <a:sym typeface="Lexend SemiBol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54" name="Google Shape;54;p5"/>
          <p:cNvSpPr txBox="1"/>
          <p:nvPr>
            <p:ph idx="2" type="title"/>
          </p:nvPr>
        </p:nvSpPr>
        <p:spPr>
          <a:xfrm>
            <a:off x="423906" y="2771525"/>
            <a:ext cx="3053100" cy="2679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200"/>
              <a:buNone/>
              <a:defRPr b="0" sz="12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slide" type="secHead">
  <p:cSld name="SECTION_HEADER">
    <p:spTree>
      <p:nvGrpSpPr>
        <p:cNvPr id="55" name="Shape 55"/>
        <p:cNvGrpSpPr/>
        <p:nvPr/>
      </p:nvGrpSpPr>
      <p:grpSpPr>
        <a:xfrm>
          <a:off x="0" y="0"/>
          <a:ext cx="0" cy="0"/>
          <a:chOff x="0" y="0"/>
          <a:chExt cx="0" cy="0"/>
        </a:xfrm>
      </p:grpSpPr>
      <p:grpSp>
        <p:nvGrpSpPr>
          <p:cNvPr id="56" name="Google Shape;56;p6"/>
          <p:cNvGrpSpPr/>
          <p:nvPr/>
        </p:nvGrpSpPr>
        <p:grpSpPr>
          <a:xfrm>
            <a:off x="-1" y="-19"/>
            <a:ext cx="704286" cy="5143552"/>
            <a:chOff x="360000" y="360000"/>
            <a:chExt cx="446146" cy="3258300"/>
          </a:xfrm>
        </p:grpSpPr>
        <p:sp>
          <p:nvSpPr>
            <p:cNvPr id="57" name="Google Shape;57;p6"/>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 name="Google Shape;58;p6"/>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 name="Google Shape;59;p6"/>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0" name="Google Shape;60;p6"/>
          <p:cNvSpPr txBox="1"/>
          <p:nvPr>
            <p:ph type="title"/>
          </p:nvPr>
        </p:nvSpPr>
        <p:spPr>
          <a:xfrm>
            <a:off x="540000" y="483475"/>
            <a:ext cx="81990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61" name="Google Shape;61;p6"/>
          <p:cNvSpPr txBox="1"/>
          <p:nvPr>
            <p:ph idx="2" type="title"/>
          </p:nvPr>
        </p:nvSpPr>
        <p:spPr>
          <a:xfrm>
            <a:off x="515291" y="779150"/>
            <a:ext cx="82236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62" name="Google Shape;62;p6"/>
          <p:cNvSpPr txBox="1"/>
          <p:nvPr>
            <p:ph idx="3" type="title"/>
          </p:nvPr>
        </p:nvSpPr>
        <p:spPr>
          <a:xfrm>
            <a:off x="540000" y="1253975"/>
            <a:ext cx="82236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12526"/>
              </a:buClr>
              <a:buSzPts val="1000"/>
              <a:buNone/>
              <a:defRPr b="0" sz="1000">
                <a:solidFill>
                  <a:srgbClr val="212526"/>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grpSp>
        <p:nvGrpSpPr>
          <p:cNvPr id="63" name="Google Shape;63;p6"/>
          <p:cNvGrpSpPr/>
          <p:nvPr/>
        </p:nvGrpSpPr>
        <p:grpSpPr>
          <a:xfrm>
            <a:off x="8866175" y="25"/>
            <a:ext cx="277800" cy="461700"/>
            <a:chOff x="8866175" y="25"/>
            <a:chExt cx="277800" cy="461700"/>
          </a:xfrm>
        </p:grpSpPr>
        <p:sp>
          <p:nvSpPr>
            <p:cNvPr id="64" name="Google Shape;64;p6"/>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5" name="Google Shape;65;p6"/>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66" name="Google Shape;66;p6"/>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slide dark">
  <p:cSld name="SECTION_HEADER_8">
    <p:spTree>
      <p:nvGrpSpPr>
        <p:cNvPr id="67" name="Shape 67"/>
        <p:cNvGrpSpPr/>
        <p:nvPr/>
      </p:nvGrpSpPr>
      <p:grpSpPr>
        <a:xfrm>
          <a:off x="0" y="0"/>
          <a:ext cx="0" cy="0"/>
          <a:chOff x="0" y="0"/>
          <a:chExt cx="0" cy="0"/>
        </a:xfrm>
      </p:grpSpPr>
      <p:sp>
        <p:nvSpPr>
          <p:cNvPr id="68" name="Google Shape;68;p7"/>
          <p:cNvSpPr/>
          <p:nvPr/>
        </p:nvSpPr>
        <p:spPr>
          <a:xfrm>
            <a:off x="-25" y="-25"/>
            <a:ext cx="9144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69" name="Google Shape;69;p7"/>
          <p:cNvGrpSpPr/>
          <p:nvPr/>
        </p:nvGrpSpPr>
        <p:grpSpPr>
          <a:xfrm>
            <a:off x="-1" y="-19"/>
            <a:ext cx="704286" cy="5143552"/>
            <a:chOff x="360000" y="360000"/>
            <a:chExt cx="446146" cy="3258300"/>
          </a:xfrm>
        </p:grpSpPr>
        <p:sp>
          <p:nvSpPr>
            <p:cNvPr id="70" name="Google Shape;70;p7"/>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7"/>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7"/>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3" name="Google Shape;73;p7"/>
          <p:cNvSpPr txBox="1"/>
          <p:nvPr>
            <p:ph type="title"/>
          </p:nvPr>
        </p:nvSpPr>
        <p:spPr>
          <a:xfrm>
            <a:off x="540000" y="483475"/>
            <a:ext cx="8199000" cy="1986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74" name="Google Shape;74;p7"/>
          <p:cNvSpPr txBox="1"/>
          <p:nvPr>
            <p:ph idx="2" type="title"/>
          </p:nvPr>
        </p:nvSpPr>
        <p:spPr>
          <a:xfrm>
            <a:off x="515291" y="779150"/>
            <a:ext cx="8223600" cy="39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200"/>
              <a:buFont typeface="Lexend"/>
              <a:buNone/>
              <a:defRPr sz="2200">
                <a:solidFill>
                  <a:schemeClr val="lt1"/>
                </a:solidFill>
                <a:latin typeface="Lexend"/>
                <a:ea typeface="Lexend"/>
                <a:cs typeface="Lexend"/>
                <a:sym typeface="Lexend"/>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75" name="Google Shape;75;p7"/>
          <p:cNvSpPr txBox="1"/>
          <p:nvPr>
            <p:ph idx="3" type="title"/>
          </p:nvPr>
        </p:nvSpPr>
        <p:spPr>
          <a:xfrm>
            <a:off x="540000" y="1253975"/>
            <a:ext cx="82236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1"/>
              </a:buClr>
              <a:buSzPts val="1000"/>
              <a:buNone/>
              <a:defRPr b="0" sz="10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grpSp>
        <p:nvGrpSpPr>
          <p:cNvPr id="76" name="Google Shape;76;p7"/>
          <p:cNvGrpSpPr/>
          <p:nvPr/>
        </p:nvGrpSpPr>
        <p:grpSpPr>
          <a:xfrm>
            <a:off x="8866175" y="25"/>
            <a:ext cx="277800" cy="461700"/>
            <a:chOff x="8866175" y="25"/>
            <a:chExt cx="277800" cy="461700"/>
          </a:xfrm>
        </p:grpSpPr>
        <p:sp>
          <p:nvSpPr>
            <p:cNvPr id="77" name="Google Shape;77;p7"/>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8" name="Google Shape;78;p7"/>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79" name="Google Shape;79;p7"/>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slide-diagram-right">
  <p:cSld name="SECTION_HEADER_7">
    <p:spTree>
      <p:nvGrpSpPr>
        <p:cNvPr id="80" name="Shape 80"/>
        <p:cNvGrpSpPr/>
        <p:nvPr/>
      </p:nvGrpSpPr>
      <p:grpSpPr>
        <a:xfrm>
          <a:off x="0" y="0"/>
          <a:ext cx="0" cy="0"/>
          <a:chOff x="0" y="0"/>
          <a:chExt cx="0" cy="0"/>
        </a:xfrm>
      </p:grpSpPr>
      <p:sp>
        <p:nvSpPr>
          <p:cNvPr id="81" name="Google Shape;81;p8"/>
          <p:cNvSpPr/>
          <p:nvPr/>
        </p:nvSpPr>
        <p:spPr>
          <a:xfrm>
            <a:off x="4498450" y="0"/>
            <a:ext cx="4645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82" name="Google Shape;82;p8"/>
          <p:cNvGrpSpPr/>
          <p:nvPr/>
        </p:nvGrpSpPr>
        <p:grpSpPr>
          <a:xfrm>
            <a:off x="-1" y="-19"/>
            <a:ext cx="704286" cy="5143552"/>
            <a:chOff x="360000" y="360000"/>
            <a:chExt cx="446146" cy="3258300"/>
          </a:xfrm>
        </p:grpSpPr>
        <p:sp>
          <p:nvSpPr>
            <p:cNvPr id="83" name="Google Shape;83;p8"/>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8"/>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8"/>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6" name="Google Shape;86;p8"/>
          <p:cNvSpPr txBox="1"/>
          <p:nvPr>
            <p:ph type="title"/>
          </p:nvPr>
        </p:nvSpPr>
        <p:spPr>
          <a:xfrm>
            <a:off x="540000" y="483475"/>
            <a:ext cx="38865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87" name="Google Shape;87;p8"/>
          <p:cNvSpPr txBox="1"/>
          <p:nvPr>
            <p:ph idx="2" type="title"/>
          </p:nvPr>
        </p:nvSpPr>
        <p:spPr>
          <a:xfrm>
            <a:off x="515300" y="779150"/>
            <a:ext cx="39111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88" name="Google Shape;88;p8"/>
          <p:cNvSpPr txBox="1"/>
          <p:nvPr>
            <p:ph idx="3" type="title"/>
          </p:nvPr>
        </p:nvSpPr>
        <p:spPr>
          <a:xfrm>
            <a:off x="540000" y="1253975"/>
            <a:ext cx="37074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12526"/>
              </a:buClr>
              <a:buSzPts val="1000"/>
              <a:buNone/>
              <a:defRPr b="0" sz="1000">
                <a:solidFill>
                  <a:srgbClr val="212526"/>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grpSp>
        <p:nvGrpSpPr>
          <p:cNvPr id="89" name="Google Shape;89;p8"/>
          <p:cNvGrpSpPr/>
          <p:nvPr/>
        </p:nvGrpSpPr>
        <p:grpSpPr>
          <a:xfrm>
            <a:off x="8866175" y="25"/>
            <a:ext cx="277800" cy="461700"/>
            <a:chOff x="8866175" y="25"/>
            <a:chExt cx="277800" cy="461700"/>
          </a:xfrm>
        </p:grpSpPr>
        <p:sp>
          <p:nvSpPr>
            <p:cNvPr id="90" name="Google Shape;90;p8"/>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1" name="Google Shape;91;p8"/>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92" name="Google Shape;92;p8"/>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slide 1">
  <p:cSld name="SECTION_HEADER_6">
    <p:spTree>
      <p:nvGrpSpPr>
        <p:cNvPr id="93" name="Shape 93"/>
        <p:cNvGrpSpPr/>
        <p:nvPr/>
      </p:nvGrpSpPr>
      <p:grpSpPr>
        <a:xfrm>
          <a:off x="0" y="0"/>
          <a:ext cx="0" cy="0"/>
          <a:chOff x="0" y="0"/>
          <a:chExt cx="0" cy="0"/>
        </a:xfrm>
      </p:grpSpPr>
      <p:sp>
        <p:nvSpPr>
          <p:cNvPr id="94" name="Google Shape;94;p9"/>
          <p:cNvSpPr txBox="1"/>
          <p:nvPr>
            <p:ph idx="12" type="sldNum"/>
          </p:nvPr>
        </p:nvSpPr>
        <p:spPr>
          <a:xfrm>
            <a:off x="8763692" y="152725"/>
            <a:ext cx="4815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pic>
        <p:nvPicPr>
          <p:cNvPr id="95" name="Google Shape;95;p9"/>
          <p:cNvPicPr preferRelativeResize="0"/>
          <p:nvPr/>
        </p:nvPicPr>
        <p:blipFill rotWithShape="1">
          <a:blip r:embed="rId2">
            <a:alphaModFix/>
          </a:blip>
          <a:srcRect b="9217" l="0" r="0" t="6381"/>
          <a:stretch/>
        </p:blipFill>
        <p:spPr>
          <a:xfrm>
            <a:off x="0" y="0"/>
            <a:ext cx="9144003" cy="5143501"/>
          </a:xfrm>
          <a:prstGeom prst="rect">
            <a:avLst/>
          </a:prstGeom>
          <a:noFill/>
          <a:ln>
            <a:noFill/>
          </a:ln>
        </p:spPr>
      </p:pic>
      <p:sp>
        <p:nvSpPr>
          <p:cNvPr id="96" name="Google Shape;96;p9"/>
          <p:cNvSpPr/>
          <p:nvPr/>
        </p:nvSpPr>
        <p:spPr>
          <a:xfrm>
            <a:off x="802275" y="740400"/>
            <a:ext cx="7401300" cy="3662700"/>
          </a:xfrm>
          <a:prstGeom prst="rect">
            <a:avLst/>
          </a:prstGeom>
          <a:solidFill>
            <a:srgbClr val="FFFFFF">
              <a:alpha val="8986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97" name="Google Shape;97;p9"/>
          <p:cNvGrpSpPr/>
          <p:nvPr/>
        </p:nvGrpSpPr>
        <p:grpSpPr>
          <a:xfrm>
            <a:off x="802275" y="740425"/>
            <a:ext cx="704285" cy="3662691"/>
            <a:chOff x="360000" y="359996"/>
            <a:chExt cx="446145" cy="2320215"/>
          </a:xfrm>
        </p:grpSpPr>
        <p:sp>
          <p:nvSpPr>
            <p:cNvPr id="98" name="Google Shape;98;p9"/>
            <p:cNvSpPr/>
            <p:nvPr/>
          </p:nvSpPr>
          <p:spPr>
            <a:xfrm>
              <a:off x="360000" y="359996"/>
              <a:ext cx="72900" cy="23202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9"/>
            <p:cNvSpPr/>
            <p:nvPr/>
          </p:nvSpPr>
          <p:spPr>
            <a:xfrm rot="5400000">
              <a:off x="546646" y="2420711"/>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9"/>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1" name="Google Shape;101;p9"/>
          <p:cNvSpPr txBox="1"/>
          <p:nvPr>
            <p:ph type="title"/>
          </p:nvPr>
        </p:nvSpPr>
        <p:spPr>
          <a:xfrm>
            <a:off x="1531250" y="1281750"/>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02" name="Google Shape;102;p9"/>
          <p:cNvSpPr txBox="1"/>
          <p:nvPr>
            <p:ph idx="2" type="title"/>
          </p:nvPr>
        </p:nvSpPr>
        <p:spPr>
          <a:xfrm>
            <a:off x="1506561" y="1577434"/>
            <a:ext cx="45465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03" name="Google Shape;103;p9"/>
          <p:cNvSpPr txBox="1"/>
          <p:nvPr>
            <p:ph idx="3" type="title"/>
          </p:nvPr>
        </p:nvSpPr>
        <p:spPr>
          <a:xfrm>
            <a:off x="1531250" y="2052250"/>
            <a:ext cx="37896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12526"/>
              </a:buClr>
              <a:buSzPts val="1000"/>
              <a:buNone/>
              <a:defRPr b="0" sz="1000">
                <a:solidFill>
                  <a:srgbClr val="212526"/>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grpSp>
        <p:nvGrpSpPr>
          <p:cNvPr id="104" name="Google Shape;104;p9"/>
          <p:cNvGrpSpPr/>
          <p:nvPr/>
        </p:nvGrpSpPr>
        <p:grpSpPr>
          <a:xfrm>
            <a:off x="8866175" y="25"/>
            <a:ext cx="277800" cy="461700"/>
            <a:chOff x="8866175" y="25"/>
            <a:chExt cx="277800" cy="461700"/>
          </a:xfrm>
        </p:grpSpPr>
        <p:sp>
          <p:nvSpPr>
            <p:cNvPr id="105" name="Google Shape;105;p9"/>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6" name="Google Shape;106;p9"/>
            <p:cNvPicPr preferRelativeResize="0"/>
            <p:nvPr/>
          </p:nvPicPr>
          <p:blipFill>
            <a:blip r:embed="rId3">
              <a:alphaModFix/>
            </a:blip>
            <a:stretch>
              <a:fillRect/>
            </a:stretch>
          </p:blipFill>
          <p:spPr>
            <a:xfrm>
              <a:off x="8933375" y="62875"/>
              <a:ext cx="143400" cy="129650"/>
            </a:xfrm>
            <a:prstGeom prst="rect">
              <a:avLst/>
            </a:prstGeom>
            <a:noFill/>
            <a:ln>
              <a:noFill/>
            </a:ln>
          </p:spPr>
        </p:pic>
      </p:grpSp>
      <p:sp>
        <p:nvSpPr>
          <p:cNvPr id="107" name="Google Shape;107;p9"/>
          <p:cNvSpPr txBox="1"/>
          <p:nvPr>
            <p:ph idx="4"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Dark">
  <p:cSld name="SECTION_HEADER_6_1">
    <p:spTree>
      <p:nvGrpSpPr>
        <p:cNvPr id="108" name="Shape 108"/>
        <p:cNvGrpSpPr/>
        <p:nvPr/>
      </p:nvGrpSpPr>
      <p:grpSpPr>
        <a:xfrm>
          <a:off x="0" y="0"/>
          <a:ext cx="0" cy="0"/>
          <a:chOff x="0" y="0"/>
          <a:chExt cx="0" cy="0"/>
        </a:xfrm>
      </p:grpSpPr>
      <p:sp>
        <p:nvSpPr>
          <p:cNvPr id="109" name="Google Shape;109;p10"/>
          <p:cNvSpPr/>
          <p:nvPr/>
        </p:nvSpPr>
        <p:spPr>
          <a:xfrm>
            <a:off x="0" y="0"/>
            <a:ext cx="9144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0"/>
          <p:cNvSpPr/>
          <p:nvPr/>
        </p:nvSpPr>
        <p:spPr>
          <a:xfrm>
            <a:off x="802275" y="740400"/>
            <a:ext cx="7401300" cy="3662700"/>
          </a:xfrm>
          <a:prstGeom prst="rect">
            <a:avLst/>
          </a:prstGeom>
          <a:solidFill>
            <a:srgbClr val="1A54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1" name="Google Shape;111;p10"/>
          <p:cNvGrpSpPr/>
          <p:nvPr/>
        </p:nvGrpSpPr>
        <p:grpSpPr>
          <a:xfrm>
            <a:off x="802275" y="740425"/>
            <a:ext cx="704285" cy="3662691"/>
            <a:chOff x="360000" y="359996"/>
            <a:chExt cx="446145" cy="2320215"/>
          </a:xfrm>
        </p:grpSpPr>
        <p:sp>
          <p:nvSpPr>
            <p:cNvPr id="112" name="Google Shape;112;p10"/>
            <p:cNvSpPr/>
            <p:nvPr/>
          </p:nvSpPr>
          <p:spPr>
            <a:xfrm>
              <a:off x="360000" y="359996"/>
              <a:ext cx="72900" cy="23202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0"/>
            <p:cNvSpPr/>
            <p:nvPr/>
          </p:nvSpPr>
          <p:spPr>
            <a:xfrm rot="5400000">
              <a:off x="546646" y="2420711"/>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0"/>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5" name="Google Shape;115;p10"/>
          <p:cNvSpPr txBox="1"/>
          <p:nvPr>
            <p:ph type="title"/>
          </p:nvPr>
        </p:nvSpPr>
        <p:spPr>
          <a:xfrm>
            <a:off x="1060100" y="989425"/>
            <a:ext cx="7028100" cy="31725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2400"/>
              <a:buFont typeface="Lexend"/>
              <a:buNone/>
              <a:defRPr sz="24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Light">
  <p:cSld name="SECTION_HEADER_6_1_1">
    <p:spTree>
      <p:nvGrpSpPr>
        <p:cNvPr id="116" name="Shape 116"/>
        <p:cNvGrpSpPr/>
        <p:nvPr/>
      </p:nvGrpSpPr>
      <p:grpSpPr>
        <a:xfrm>
          <a:off x="0" y="0"/>
          <a:ext cx="0" cy="0"/>
          <a:chOff x="0" y="0"/>
          <a:chExt cx="0" cy="0"/>
        </a:xfrm>
      </p:grpSpPr>
      <p:sp>
        <p:nvSpPr>
          <p:cNvPr id="117" name="Google Shape;117;p11"/>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1"/>
          <p:cNvSpPr/>
          <p:nvPr/>
        </p:nvSpPr>
        <p:spPr>
          <a:xfrm>
            <a:off x="802275" y="740400"/>
            <a:ext cx="7401300" cy="3662700"/>
          </a:xfrm>
          <a:prstGeom prst="rect">
            <a:avLst/>
          </a:prstGeom>
          <a:solidFill>
            <a:srgbClr val="1A54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9" name="Google Shape;119;p11"/>
          <p:cNvGrpSpPr/>
          <p:nvPr/>
        </p:nvGrpSpPr>
        <p:grpSpPr>
          <a:xfrm>
            <a:off x="802275" y="740425"/>
            <a:ext cx="704285" cy="3662691"/>
            <a:chOff x="360000" y="359996"/>
            <a:chExt cx="446145" cy="2320215"/>
          </a:xfrm>
        </p:grpSpPr>
        <p:sp>
          <p:nvSpPr>
            <p:cNvPr id="120" name="Google Shape;120;p11"/>
            <p:cNvSpPr/>
            <p:nvPr/>
          </p:nvSpPr>
          <p:spPr>
            <a:xfrm>
              <a:off x="360000" y="359996"/>
              <a:ext cx="72900" cy="23202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11"/>
            <p:cNvSpPr/>
            <p:nvPr/>
          </p:nvSpPr>
          <p:spPr>
            <a:xfrm rot="5400000">
              <a:off x="546646" y="2420711"/>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11"/>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3" name="Google Shape;123;p11"/>
          <p:cNvSpPr txBox="1"/>
          <p:nvPr>
            <p:ph type="title"/>
          </p:nvPr>
        </p:nvSpPr>
        <p:spPr>
          <a:xfrm>
            <a:off x="1060100" y="989425"/>
            <a:ext cx="7028100" cy="31725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2400"/>
              <a:buFont typeface="Lexend"/>
              <a:buNone/>
              <a:defRPr sz="24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Image-Right 1">
  <p:cSld name="SECTION_HEADER_5">
    <p:spTree>
      <p:nvGrpSpPr>
        <p:cNvPr id="124" name="Shape 124"/>
        <p:cNvGrpSpPr/>
        <p:nvPr/>
      </p:nvGrpSpPr>
      <p:grpSpPr>
        <a:xfrm>
          <a:off x="0" y="0"/>
          <a:ext cx="0" cy="0"/>
          <a:chOff x="0" y="0"/>
          <a:chExt cx="0" cy="0"/>
        </a:xfrm>
      </p:grpSpPr>
      <p:sp>
        <p:nvSpPr>
          <p:cNvPr id="125" name="Google Shape;125;p12"/>
          <p:cNvSpPr/>
          <p:nvPr/>
        </p:nvSpPr>
        <p:spPr>
          <a:xfrm>
            <a:off x="5300500" y="-25"/>
            <a:ext cx="3843600" cy="5151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26" name="Google Shape;126;p12"/>
          <p:cNvGrpSpPr/>
          <p:nvPr/>
        </p:nvGrpSpPr>
        <p:grpSpPr>
          <a:xfrm>
            <a:off x="-1" y="-19"/>
            <a:ext cx="704286" cy="5143552"/>
            <a:chOff x="360000" y="360000"/>
            <a:chExt cx="446146" cy="3258300"/>
          </a:xfrm>
        </p:grpSpPr>
        <p:sp>
          <p:nvSpPr>
            <p:cNvPr id="127" name="Google Shape;127;p12"/>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2"/>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2"/>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30" name="Google Shape;130;p12"/>
          <p:cNvGrpSpPr/>
          <p:nvPr/>
        </p:nvGrpSpPr>
        <p:grpSpPr>
          <a:xfrm>
            <a:off x="8866175" y="25"/>
            <a:ext cx="277800" cy="461700"/>
            <a:chOff x="8866175" y="25"/>
            <a:chExt cx="277800" cy="461700"/>
          </a:xfrm>
        </p:grpSpPr>
        <p:sp>
          <p:nvSpPr>
            <p:cNvPr id="131" name="Google Shape;131;p12"/>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2" name="Google Shape;132;p12"/>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133" name="Google Shape;133;p12"/>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134" name="Google Shape;134;p12"/>
          <p:cNvSpPr txBox="1"/>
          <p:nvPr>
            <p:ph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35" name="Google Shape;135;p12"/>
          <p:cNvSpPr txBox="1"/>
          <p:nvPr>
            <p:ph idx="2" type="title"/>
          </p:nvPr>
        </p:nvSpPr>
        <p:spPr>
          <a:xfrm>
            <a:off x="515311" y="779159"/>
            <a:ext cx="45465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36" name="Google Shape;136;p12"/>
          <p:cNvSpPr txBox="1"/>
          <p:nvPr>
            <p:ph idx="3" type="title"/>
          </p:nvPr>
        </p:nvSpPr>
        <p:spPr>
          <a:xfrm>
            <a:off x="540000" y="1253975"/>
            <a:ext cx="37896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12526"/>
              </a:buClr>
              <a:buSzPts val="1000"/>
              <a:buNone/>
              <a:defRPr b="0" sz="1000">
                <a:solidFill>
                  <a:srgbClr val="212526"/>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Image-Right-Small">
  <p:cSld name="SECTION_HEADER_4">
    <p:spTree>
      <p:nvGrpSpPr>
        <p:cNvPr id="137" name="Shape 137"/>
        <p:cNvGrpSpPr/>
        <p:nvPr/>
      </p:nvGrpSpPr>
      <p:grpSpPr>
        <a:xfrm>
          <a:off x="0" y="0"/>
          <a:ext cx="0" cy="0"/>
          <a:chOff x="0" y="0"/>
          <a:chExt cx="0" cy="0"/>
        </a:xfrm>
      </p:grpSpPr>
      <p:sp>
        <p:nvSpPr>
          <p:cNvPr id="138" name="Google Shape;138;p13"/>
          <p:cNvSpPr/>
          <p:nvPr/>
        </p:nvSpPr>
        <p:spPr>
          <a:xfrm>
            <a:off x="6405825" y="8325"/>
            <a:ext cx="2738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9" name="Google Shape;139;p13"/>
          <p:cNvGrpSpPr/>
          <p:nvPr/>
        </p:nvGrpSpPr>
        <p:grpSpPr>
          <a:xfrm>
            <a:off x="-1" y="-19"/>
            <a:ext cx="704286" cy="5143552"/>
            <a:chOff x="360000" y="360000"/>
            <a:chExt cx="446146" cy="3258300"/>
          </a:xfrm>
        </p:grpSpPr>
        <p:sp>
          <p:nvSpPr>
            <p:cNvPr id="140" name="Google Shape;140;p13"/>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13"/>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13"/>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43" name="Google Shape;143;p13"/>
          <p:cNvGrpSpPr/>
          <p:nvPr/>
        </p:nvGrpSpPr>
        <p:grpSpPr>
          <a:xfrm>
            <a:off x="8866175" y="25"/>
            <a:ext cx="277800" cy="461700"/>
            <a:chOff x="8866175" y="25"/>
            <a:chExt cx="277800" cy="461700"/>
          </a:xfrm>
        </p:grpSpPr>
        <p:sp>
          <p:nvSpPr>
            <p:cNvPr id="144" name="Google Shape;144;p13"/>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5" name="Google Shape;145;p13"/>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146" name="Google Shape;146;p13"/>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147" name="Google Shape;147;p13"/>
          <p:cNvSpPr txBox="1"/>
          <p:nvPr>
            <p:ph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48" name="Google Shape;148;p13"/>
          <p:cNvSpPr txBox="1"/>
          <p:nvPr>
            <p:ph idx="2" type="title"/>
          </p:nvPr>
        </p:nvSpPr>
        <p:spPr>
          <a:xfrm>
            <a:off x="515311" y="779159"/>
            <a:ext cx="45465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49" name="Google Shape;149;p13"/>
          <p:cNvSpPr txBox="1"/>
          <p:nvPr>
            <p:ph idx="3" type="title"/>
          </p:nvPr>
        </p:nvSpPr>
        <p:spPr>
          <a:xfrm>
            <a:off x="540000" y="1253975"/>
            <a:ext cx="37896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12526"/>
              </a:buClr>
              <a:buSzPts val="1000"/>
              <a:buNone/>
              <a:defRPr b="0" sz="1000">
                <a:solidFill>
                  <a:srgbClr val="212526"/>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Image-Left">
  <p:cSld name="SECTION_HEADER_3">
    <p:spTree>
      <p:nvGrpSpPr>
        <p:cNvPr id="150" name="Shape 150"/>
        <p:cNvGrpSpPr/>
        <p:nvPr/>
      </p:nvGrpSpPr>
      <p:grpSpPr>
        <a:xfrm>
          <a:off x="0" y="0"/>
          <a:ext cx="0" cy="0"/>
          <a:chOff x="0" y="0"/>
          <a:chExt cx="0" cy="0"/>
        </a:xfrm>
      </p:grpSpPr>
      <p:sp>
        <p:nvSpPr>
          <p:cNvPr id="151" name="Google Shape;151;p14"/>
          <p:cNvSpPr/>
          <p:nvPr/>
        </p:nvSpPr>
        <p:spPr>
          <a:xfrm>
            <a:off x="0" y="8325"/>
            <a:ext cx="38436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52" name="Google Shape;152;p14"/>
          <p:cNvGrpSpPr/>
          <p:nvPr/>
        </p:nvGrpSpPr>
        <p:grpSpPr>
          <a:xfrm>
            <a:off x="-1" y="-19"/>
            <a:ext cx="704286" cy="5143552"/>
            <a:chOff x="360000" y="360000"/>
            <a:chExt cx="446146" cy="3258300"/>
          </a:xfrm>
        </p:grpSpPr>
        <p:sp>
          <p:nvSpPr>
            <p:cNvPr id="153" name="Google Shape;153;p14"/>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4"/>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14"/>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56" name="Google Shape;156;p14"/>
          <p:cNvGrpSpPr/>
          <p:nvPr/>
        </p:nvGrpSpPr>
        <p:grpSpPr>
          <a:xfrm>
            <a:off x="8866175" y="25"/>
            <a:ext cx="277800" cy="461700"/>
            <a:chOff x="8866175" y="25"/>
            <a:chExt cx="277800" cy="461700"/>
          </a:xfrm>
        </p:grpSpPr>
        <p:sp>
          <p:nvSpPr>
            <p:cNvPr id="157" name="Google Shape;157;p14"/>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8" name="Google Shape;158;p14"/>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159" name="Google Shape;159;p14"/>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160" name="Google Shape;160;p14"/>
          <p:cNvSpPr txBox="1"/>
          <p:nvPr>
            <p:ph type="title"/>
          </p:nvPr>
        </p:nvSpPr>
        <p:spPr>
          <a:xfrm>
            <a:off x="418255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1" name="Google Shape;161;p14"/>
          <p:cNvSpPr txBox="1"/>
          <p:nvPr>
            <p:ph idx="2" type="title"/>
          </p:nvPr>
        </p:nvSpPr>
        <p:spPr>
          <a:xfrm>
            <a:off x="4157872" y="779159"/>
            <a:ext cx="45465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2" name="Google Shape;162;p14"/>
          <p:cNvSpPr txBox="1"/>
          <p:nvPr>
            <p:ph idx="3" type="title"/>
          </p:nvPr>
        </p:nvSpPr>
        <p:spPr>
          <a:xfrm>
            <a:off x="4182550" y="1253975"/>
            <a:ext cx="37896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12526"/>
              </a:buClr>
              <a:buSzPts val="1000"/>
              <a:buNone/>
              <a:defRPr b="0" sz="1000">
                <a:solidFill>
                  <a:srgbClr val="212526"/>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Image-Left-Small">
  <p:cSld name="SECTION_HEADER_3_1">
    <p:spTree>
      <p:nvGrpSpPr>
        <p:cNvPr id="163" name="Shape 163"/>
        <p:cNvGrpSpPr/>
        <p:nvPr/>
      </p:nvGrpSpPr>
      <p:grpSpPr>
        <a:xfrm>
          <a:off x="0" y="0"/>
          <a:ext cx="0" cy="0"/>
          <a:chOff x="0" y="0"/>
          <a:chExt cx="0" cy="0"/>
        </a:xfrm>
      </p:grpSpPr>
      <p:sp>
        <p:nvSpPr>
          <p:cNvPr id="164" name="Google Shape;164;p15"/>
          <p:cNvSpPr/>
          <p:nvPr/>
        </p:nvSpPr>
        <p:spPr>
          <a:xfrm>
            <a:off x="0" y="8325"/>
            <a:ext cx="27396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65" name="Google Shape;165;p15"/>
          <p:cNvGrpSpPr/>
          <p:nvPr/>
        </p:nvGrpSpPr>
        <p:grpSpPr>
          <a:xfrm>
            <a:off x="-1" y="-19"/>
            <a:ext cx="704286" cy="5143552"/>
            <a:chOff x="360000" y="360000"/>
            <a:chExt cx="446146" cy="3258300"/>
          </a:xfrm>
        </p:grpSpPr>
        <p:sp>
          <p:nvSpPr>
            <p:cNvPr id="166" name="Google Shape;166;p15"/>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15"/>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15"/>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69" name="Google Shape;169;p15"/>
          <p:cNvGrpSpPr/>
          <p:nvPr/>
        </p:nvGrpSpPr>
        <p:grpSpPr>
          <a:xfrm>
            <a:off x="8866175" y="25"/>
            <a:ext cx="277800" cy="461700"/>
            <a:chOff x="8866175" y="25"/>
            <a:chExt cx="277800" cy="461700"/>
          </a:xfrm>
        </p:grpSpPr>
        <p:sp>
          <p:nvSpPr>
            <p:cNvPr id="170" name="Google Shape;170;p15"/>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1" name="Google Shape;171;p15"/>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172" name="Google Shape;172;p15"/>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173" name="Google Shape;173;p15"/>
          <p:cNvSpPr txBox="1"/>
          <p:nvPr>
            <p:ph type="title"/>
          </p:nvPr>
        </p:nvSpPr>
        <p:spPr>
          <a:xfrm>
            <a:off x="316935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4" name="Google Shape;174;p15"/>
          <p:cNvSpPr txBox="1"/>
          <p:nvPr>
            <p:ph idx="2" type="title"/>
          </p:nvPr>
        </p:nvSpPr>
        <p:spPr>
          <a:xfrm>
            <a:off x="3163722" y="779159"/>
            <a:ext cx="45465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5" name="Google Shape;175;p15"/>
          <p:cNvSpPr txBox="1"/>
          <p:nvPr>
            <p:ph idx="3" type="title"/>
          </p:nvPr>
        </p:nvSpPr>
        <p:spPr>
          <a:xfrm>
            <a:off x="3169350" y="1253975"/>
            <a:ext cx="37896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12526"/>
              </a:buClr>
              <a:buSzPts val="1000"/>
              <a:buNone/>
              <a:defRPr b="0" sz="1000">
                <a:solidFill>
                  <a:srgbClr val="212526"/>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Image-Right">
  <p:cSld name="SECTION_HEADER_2">
    <p:spTree>
      <p:nvGrpSpPr>
        <p:cNvPr id="176" name="Shape 176"/>
        <p:cNvGrpSpPr/>
        <p:nvPr/>
      </p:nvGrpSpPr>
      <p:grpSpPr>
        <a:xfrm>
          <a:off x="0" y="0"/>
          <a:ext cx="0" cy="0"/>
          <a:chOff x="0" y="0"/>
          <a:chExt cx="0" cy="0"/>
        </a:xfrm>
      </p:grpSpPr>
      <p:sp>
        <p:nvSpPr>
          <p:cNvPr id="177" name="Google Shape;177;p16"/>
          <p:cNvSpPr/>
          <p:nvPr/>
        </p:nvSpPr>
        <p:spPr>
          <a:xfrm>
            <a:off x="0" y="0"/>
            <a:ext cx="5301600" cy="5143500"/>
          </a:xfrm>
          <a:prstGeom prst="rect">
            <a:avLst/>
          </a:prstGeom>
          <a:solidFill>
            <a:srgbClr val="222E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16"/>
          <p:cNvSpPr/>
          <p:nvPr/>
        </p:nvSpPr>
        <p:spPr>
          <a:xfrm>
            <a:off x="5300500" y="8325"/>
            <a:ext cx="38436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79" name="Google Shape;179;p16"/>
          <p:cNvGrpSpPr/>
          <p:nvPr/>
        </p:nvGrpSpPr>
        <p:grpSpPr>
          <a:xfrm>
            <a:off x="-1" y="-19"/>
            <a:ext cx="704286" cy="5143552"/>
            <a:chOff x="360000" y="360000"/>
            <a:chExt cx="446146" cy="3258300"/>
          </a:xfrm>
        </p:grpSpPr>
        <p:sp>
          <p:nvSpPr>
            <p:cNvPr id="180" name="Google Shape;180;p16"/>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16"/>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16"/>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83" name="Google Shape;183;p16"/>
          <p:cNvGrpSpPr/>
          <p:nvPr/>
        </p:nvGrpSpPr>
        <p:grpSpPr>
          <a:xfrm>
            <a:off x="8866175" y="25"/>
            <a:ext cx="277800" cy="461700"/>
            <a:chOff x="8866175" y="25"/>
            <a:chExt cx="277800" cy="461700"/>
          </a:xfrm>
        </p:grpSpPr>
        <p:sp>
          <p:nvSpPr>
            <p:cNvPr id="184" name="Google Shape;184;p16"/>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5" name="Google Shape;185;p16"/>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186" name="Google Shape;186;p16"/>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187" name="Google Shape;187;p16"/>
          <p:cNvSpPr txBox="1"/>
          <p:nvPr>
            <p:ph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8" name="Google Shape;188;p16"/>
          <p:cNvSpPr txBox="1"/>
          <p:nvPr>
            <p:ph idx="2" type="title"/>
          </p:nvPr>
        </p:nvSpPr>
        <p:spPr>
          <a:xfrm>
            <a:off x="515311" y="779159"/>
            <a:ext cx="4546500" cy="39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200"/>
              <a:buFont typeface="Lexend"/>
              <a:buNone/>
              <a:defRPr sz="2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9" name="Google Shape;189;p16"/>
          <p:cNvSpPr txBox="1"/>
          <p:nvPr>
            <p:ph idx="3" type="title"/>
          </p:nvPr>
        </p:nvSpPr>
        <p:spPr>
          <a:xfrm>
            <a:off x="540000" y="1253975"/>
            <a:ext cx="37896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1"/>
              </a:buClr>
              <a:buSzPts val="1000"/>
              <a:buNone/>
              <a:defRPr b="0" sz="10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Image-Right-Small">
  <p:cSld name="SECTION_HEADER_2_3">
    <p:spTree>
      <p:nvGrpSpPr>
        <p:cNvPr id="190" name="Shape 190"/>
        <p:cNvGrpSpPr/>
        <p:nvPr/>
      </p:nvGrpSpPr>
      <p:grpSpPr>
        <a:xfrm>
          <a:off x="0" y="0"/>
          <a:ext cx="0" cy="0"/>
          <a:chOff x="0" y="0"/>
          <a:chExt cx="0" cy="0"/>
        </a:xfrm>
      </p:grpSpPr>
      <p:sp>
        <p:nvSpPr>
          <p:cNvPr id="191" name="Google Shape;191;p17"/>
          <p:cNvSpPr/>
          <p:nvPr/>
        </p:nvSpPr>
        <p:spPr>
          <a:xfrm>
            <a:off x="0" y="0"/>
            <a:ext cx="6404400" cy="5143500"/>
          </a:xfrm>
          <a:prstGeom prst="rect">
            <a:avLst/>
          </a:prstGeom>
          <a:solidFill>
            <a:srgbClr val="222E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17"/>
          <p:cNvSpPr/>
          <p:nvPr/>
        </p:nvSpPr>
        <p:spPr>
          <a:xfrm>
            <a:off x="6404400" y="0"/>
            <a:ext cx="27396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93" name="Google Shape;193;p17"/>
          <p:cNvGrpSpPr/>
          <p:nvPr/>
        </p:nvGrpSpPr>
        <p:grpSpPr>
          <a:xfrm>
            <a:off x="-1" y="-19"/>
            <a:ext cx="704286" cy="5143552"/>
            <a:chOff x="360000" y="360000"/>
            <a:chExt cx="446146" cy="3258300"/>
          </a:xfrm>
        </p:grpSpPr>
        <p:sp>
          <p:nvSpPr>
            <p:cNvPr id="194" name="Google Shape;194;p17"/>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17"/>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17"/>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97" name="Google Shape;197;p17"/>
          <p:cNvGrpSpPr/>
          <p:nvPr/>
        </p:nvGrpSpPr>
        <p:grpSpPr>
          <a:xfrm>
            <a:off x="8866175" y="25"/>
            <a:ext cx="277800" cy="461700"/>
            <a:chOff x="8866175" y="25"/>
            <a:chExt cx="277800" cy="461700"/>
          </a:xfrm>
        </p:grpSpPr>
        <p:sp>
          <p:nvSpPr>
            <p:cNvPr id="198" name="Google Shape;198;p17"/>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9" name="Google Shape;199;p17"/>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200" name="Google Shape;200;p17"/>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201" name="Google Shape;201;p17"/>
          <p:cNvSpPr txBox="1"/>
          <p:nvPr>
            <p:ph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02" name="Google Shape;202;p17"/>
          <p:cNvSpPr txBox="1"/>
          <p:nvPr>
            <p:ph idx="2" type="title"/>
          </p:nvPr>
        </p:nvSpPr>
        <p:spPr>
          <a:xfrm>
            <a:off x="515311" y="779159"/>
            <a:ext cx="4546500" cy="39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200"/>
              <a:buFont typeface="Lexend"/>
              <a:buNone/>
              <a:defRPr sz="2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03" name="Google Shape;203;p17"/>
          <p:cNvSpPr txBox="1"/>
          <p:nvPr>
            <p:ph idx="3" type="title"/>
          </p:nvPr>
        </p:nvSpPr>
        <p:spPr>
          <a:xfrm>
            <a:off x="540000" y="1253975"/>
            <a:ext cx="37896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1"/>
              </a:buClr>
              <a:buSzPts val="1000"/>
              <a:buNone/>
              <a:defRPr b="0" sz="10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Image-Left">
  <p:cSld name="SECTION_HEADER_2_2">
    <p:spTree>
      <p:nvGrpSpPr>
        <p:cNvPr id="204" name="Shape 204"/>
        <p:cNvGrpSpPr/>
        <p:nvPr/>
      </p:nvGrpSpPr>
      <p:grpSpPr>
        <a:xfrm>
          <a:off x="0" y="0"/>
          <a:ext cx="0" cy="0"/>
          <a:chOff x="0" y="0"/>
          <a:chExt cx="0" cy="0"/>
        </a:xfrm>
      </p:grpSpPr>
      <p:sp>
        <p:nvSpPr>
          <p:cNvPr id="205" name="Google Shape;205;p18"/>
          <p:cNvSpPr/>
          <p:nvPr/>
        </p:nvSpPr>
        <p:spPr>
          <a:xfrm>
            <a:off x="3843600" y="0"/>
            <a:ext cx="5301600" cy="5143500"/>
          </a:xfrm>
          <a:prstGeom prst="rect">
            <a:avLst/>
          </a:prstGeom>
          <a:solidFill>
            <a:srgbClr val="222E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18"/>
          <p:cNvSpPr/>
          <p:nvPr/>
        </p:nvSpPr>
        <p:spPr>
          <a:xfrm>
            <a:off x="0" y="8325"/>
            <a:ext cx="38436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07" name="Google Shape;207;p18"/>
          <p:cNvGrpSpPr/>
          <p:nvPr/>
        </p:nvGrpSpPr>
        <p:grpSpPr>
          <a:xfrm>
            <a:off x="-1" y="-19"/>
            <a:ext cx="704286" cy="5143552"/>
            <a:chOff x="360000" y="360000"/>
            <a:chExt cx="446146" cy="3258300"/>
          </a:xfrm>
        </p:grpSpPr>
        <p:sp>
          <p:nvSpPr>
            <p:cNvPr id="208" name="Google Shape;208;p18"/>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18"/>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18"/>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11" name="Google Shape;211;p18"/>
          <p:cNvGrpSpPr/>
          <p:nvPr/>
        </p:nvGrpSpPr>
        <p:grpSpPr>
          <a:xfrm>
            <a:off x="8866175" y="25"/>
            <a:ext cx="277800" cy="461700"/>
            <a:chOff x="8866175" y="25"/>
            <a:chExt cx="277800" cy="461700"/>
          </a:xfrm>
        </p:grpSpPr>
        <p:sp>
          <p:nvSpPr>
            <p:cNvPr id="212" name="Google Shape;212;p18"/>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13" name="Google Shape;213;p18"/>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214" name="Google Shape;214;p18"/>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215" name="Google Shape;215;p18"/>
          <p:cNvSpPr txBox="1"/>
          <p:nvPr>
            <p:ph type="title"/>
          </p:nvPr>
        </p:nvSpPr>
        <p:spPr>
          <a:xfrm>
            <a:off x="4202100" y="483475"/>
            <a:ext cx="4625700" cy="1986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16" name="Google Shape;216;p18"/>
          <p:cNvSpPr txBox="1"/>
          <p:nvPr>
            <p:ph idx="2" type="title"/>
          </p:nvPr>
        </p:nvSpPr>
        <p:spPr>
          <a:xfrm>
            <a:off x="4177422" y="779159"/>
            <a:ext cx="4546500" cy="39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200"/>
              <a:buFont typeface="Lexend"/>
              <a:buNone/>
              <a:defRPr sz="2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17" name="Google Shape;217;p18"/>
          <p:cNvSpPr txBox="1"/>
          <p:nvPr>
            <p:ph idx="3" type="title"/>
          </p:nvPr>
        </p:nvSpPr>
        <p:spPr>
          <a:xfrm>
            <a:off x="4202100" y="1253975"/>
            <a:ext cx="37896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1"/>
              </a:buClr>
              <a:buSzPts val="1000"/>
              <a:buNone/>
              <a:defRPr b="0" sz="10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Image-Left-Small">
  <p:cSld name="SECTION_HEADER_2_2_1">
    <p:spTree>
      <p:nvGrpSpPr>
        <p:cNvPr id="218" name="Shape 218"/>
        <p:cNvGrpSpPr/>
        <p:nvPr/>
      </p:nvGrpSpPr>
      <p:grpSpPr>
        <a:xfrm>
          <a:off x="0" y="0"/>
          <a:ext cx="0" cy="0"/>
          <a:chOff x="0" y="0"/>
          <a:chExt cx="0" cy="0"/>
        </a:xfrm>
      </p:grpSpPr>
      <p:sp>
        <p:nvSpPr>
          <p:cNvPr id="219" name="Google Shape;219;p19"/>
          <p:cNvSpPr/>
          <p:nvPr/>
        </p:nvSpPr>
        <p:spPr>
          <a:xfrm>
            <a:off x="2739600" y="0"/>
            <a:ext cx="6405600" cy="5143500"/>
          </a:xfrm>
          <a:prstGeom prst="rect">
            <a:avLst/>
          </a:prstGeom>
          <a:solidFill>
            <a:srgbClr val="222E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 name="Google Shape;220;p19"/>
          <p:cNvSpPr/>
          <p:nvPr/>
        </p:nvSpPr>
        <p:spPr>
          <a:xfrm>
            <a:off x="0" y="8325"/>
            <a:ext cx="27396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21" name="Google Shape;221;p19"/>
          <p:cNvGrpSpPr/>
          <p:nvPr/>
        </p:nvGrpSpPr>
        <p:grpSpPr>
          <a:xfrm>
            <a:off x="-1" y="-19"/>
            <a:ext cx="704286" cy="5143552"/>
            <a:chOff x="360000" y="360000"/>
            <a:chExt cx="446146" cy="3258300"/>
          </a:xfrm>
        </p:grpSpPr>
        <p:sp>
          <p:nvSpPr>
            <p:cNvPr id="222" name="Google Shape;222;p19"/>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19"/>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19"/>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25" name="Google Shape;225;p19"/>
          <p:cNvGrpSpPr/>
          <p:nvPr/>
        </p:nvGrpSpPr>
        <p:grpSpPr>
          <a:xfrm>
            <a:off x="8866175" y="25"/>
            <a:ext cx="277800" cy="461700"/>
            <a:chOff x="8866175" y="25"/>
            <a:chExt cx="277800" cy="461700"/>
          </a:xfrm>
        </p:grpSpPr>
        <p:sp>
          <p:nvSpPr>
            <p:cNvPr id="226" name="Google Shape;226;p19"/>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7" name="Google Shape;227;p19"/>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228" name="Google Shape;228;p19"/>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229" name="Google Shape;229;p19"/>
          <p:cNvSpPr txBox="1"/>
          <p:nvPr>
            <p:ph type="title"/>
          </p:nvPr>
        </p:nvSpPr>
        <p:spPr>
          <a:xfrm>
            <a:off x="326425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30" name="Google Shape;230;p19"/>
          <p:cNvSpPr txBox="1"/>
          <p:nvPr>
            <p:ph idx="2" type="title"/>
          </p:nvPr>
        </p:nvSpPr>
        <p:spPr>
          <a:xfrm>
            <a:off x="3239572" y="779159"/>
            <a:ext cx="4546500" cy="39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200"/>
              <a:buFont typeface="Lexend"/>
              <a:buNone/>
              <a:defRPr sz="2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31" name="Google Shape;231;p19"/>
          <p:cNvSpPr txBox="1"/>
          <p:nvPr>
            <p:ph idx="3" type="title"/>
          </p:nvPr>
        </p:nvSpPr>
        <p:spPr>
          <a:xfrm>
            <a:off x="3264250" y="1253975"/>
            <a:ext cx="37896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1"/>
              </a:buClr>
              <a:buSzPts val="1000"/>
              <a:buNone/>
              <a:defRPr b="0" sz="10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p">
  <p:cSld name="SECTION_HEADER_2_1">
    <p:spTree>
      <p:nvGrpSpPr>
        <p:cNvPr id="232" name="Shape 232"/>
        <p:cNvGrpSpPr/>
        <p:nvPr/>
      </p:nvGrpSpPr>
      <p:grpSpPr>
        <a:xfrm>
          <a:off x="0" y="0"/>
          <a:ext cx="0" cy="0"/>
          <a:chOff x="0" y="0"/>
          <a:chExt cx="0" cy="0"/>
        </a:xfrm>
      </p:grpSpPr>
      <p:sp>
        <p:nvSpPr>
          <p:cNvPr id="233" name="Google Shape;233;p20"/>
          <p:cNvSpPr/>
          <p:nvPr/>
        </p:nvSpPr>
        <p:spPr>
          <a:xfrm>
            <a:off x="5300500" y="8325"/>
            <a:ext cx="38436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34" name="Google Shape;234;p20"/>
          <p:cNvGrpSpPr/>
          <p:nvPr/>
        </p:nvGrpSpPr>
        <p:grpSpPr>
          <a:xfrm>
            <a:off x="-1" y="-19"/>
            <a:ext cx="704286" cy="5143552"/>
            <a:chOff x="360000" y="360000"/>
            <a:chExt cx="446146" cy="3258300"/>
          </a:xfrm>
        </p:grpSpPr>
        <p:sp>
          <p:nvSpPr>
            <p:cNvPr id="235" name="Google Shape;235;p20"/>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20"/>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p20"/>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38" name="Google Shape;238;p20"/>
          <p:cNvGrpSpPr/>
          <p:nvPr/>
        </p:nvGrpSpPr>
        <p:grpSpPr>
          <a:xfrm>
            <a:off x="8866175" y="25"/>
            <a:ext cx="277800" cy="461700"/>
            <a:chOff x="8866175" y="25"/>
            <a:chExt cx="277800" cy="461700"/>
          </a:xfrm>
        </p:grpSpPr>
        <p:sp>
          <p:nvSpPr>
            <p:cNvPr id="239" name="Google Shape;239;p20"/>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0" name="Google Shape;240;p20"/>
            <p:cNvPicPr preferRelativeResize="0"/>
            <p:nvPr/>
          </p:nvPicPr>
          <p:blipFill>
            <a:blip r:embed="rId2">
              <a:alphaModFix/>
            </a:blip>
            <a:stretch>
              <a:fillRect/>
            </a:stretch>
          </p:blipFill>
          <p:spPr>
            <a:xfrm>
              <a:off x="8933375" y="62875"/>
              <a:ext cx="143400" cy="129650"/>
            </a:xfrm>
            <a:prstGeom prst="rect">
              <a:avLst/>
            </a:prstGeom>
            <a:noFill/>
            <a:ln>
              <a:noFill/>
            </a:ln>
          </p:spPr>
        </p:pic>
      </p:grpSp>
      <p:pic>
        <p:nvPicPr>
          <p:cNvPr id="241" name="Google Shape;241;p20"/>
          <p:cNvPicPr preferRelativeResize="0"/>
          <p:nvPr/>
        </p:nvPicPr>
        <p:blipFill>
          <a:blip r:embed="rId3">
            <a:alphaModFix/>
          </a:blip>
          <a:stretch>
            <a:fillRect/>
          </a:stretch>
        </p:blipFill>
        <p:spPr>
          <a:xfrm>
            <a:off x="519100" y="1761244"/>
            <a:ext cx="4470298" cy="2012468"/>
          </a:xfrm>
          <a:prstGeom prst="rect">
            <a:avLst/>
          </a:prstGeom>
          <a:noFill/>
          <a:ln>
            <a:noFill/>
          </a:ln>
        </p:spPr>
      </p:pic>
      <p:sp>
        <p:nvSpPr>
          <p:cNvPr id="242" name="Google Shape;242;p20"/>
          <p:cNvSpPr txBox="1"/>
          <p:nvPr/>
        </p:nvSpPr>
        <p:spPr>
          <a:xfrm>
            <a:off x="492900" y="4098250"/>
            <a:ext cx="4584600" cy="446400"/>
          </a:xfrm>
          <a:prstGeom prst="rect">
            <a:avLst/>
          </a:prstGeom>
          <a:noFill/>
          <a:ln>
            <a:noFill/>
          </a:ln>
        </p:spPr>
        <p:txBody>
          <a:bodyPr anchorCtr="0" anchor="ctr" bIns="19050" lIns="19050" spcFirstLastPara="1" rIns="19050" wrap="square" tIns="19050">
            <a:spAutoFit/>
          </a:bodyPr>
          <a:lstStyle/>
          <a:p>
            <a:pPr indent="0" lvl="0" marL="0" rtl="0" algn="l">
              <a:lnSpc>
                <a:spcPct val="150000"/>
              </a:lnSpc>
              <a:spcBef>
                <a:spcPts val="1480"/>
              </a:spcBef>
              <a:spcAft>
                <a:spcPts val="0"/>
              </a:spcAft>
              <a:buNone/>
            </a:pPr>
            <a:r>
              <a:rPr lang="en-GB" sz="1100">
                <a:solidFill>
                  <a:srgbClr val="222E31"/>
                </a:solidFill>
                <a:latin typeface="Lexend"/>
                <a:ea typeface="Lexend"/>
                <a:cs typeface="Lexend"/>
                <a:sym typeface="Lexend"/>
              </a:rPr>
              <a:t>Offices in:</a:t>
            </a:r>
            <a:br>
              <a:rPr lang="en-GB" sz="1100">
                <a:solidFill>
                  <a:srgbClr val="222E31"/>
                </a:solidFill>
                <a:latin typeface="Lexend"/>
                <a:ea typeface="Lexend"/>
                <a:cs typeface="Lexend"/>
                <a:sym typeface="Lexend"/>
              </a:rPr>
            </a:br>
            <a:r>
              <a:rPr b="1" lang="en-GB" sz="900">
                <a:solidFill>
                  <a:srgbClr val="222E31"/>
                </a:solidFill>
                <a:latin typeface="Lexend"/>
                <a:ea typeface="Lexend"/>
                <a:cs typeface="Lexend"/>
                <a:sym typeface="Lexend"/>
              </a:rPr>
              <a:t>Australia</a:t>
            </a:r>
            <a:r>
              <a:rPr b="1" lang="en-GB" sz="900">
                <a:solidFill>
                  <a:srgbClr val="2095D3"/>
                </a:solidFill>
                <a:latin typeface="Lexend"/>
                <a:ea typeface="Lexend"/>
                <a:cs typeface="Lexend"/>
                <a:sym typeface="Lexend"/>
              </a:rPr>
              <a:t> </a:t>
            </a:r>
            <a:r>
              <a:rPr b="1" lang="en-GB" sz="900">
                <a:solidFill>
                  <a:srgbClr val="2095D3"/>
                </a:solidFill>
                <a:highlight>
                  <a:srgbClr val="FFFFFF"/>
                </a:highlight>
                <a:latin typeface="Lexend"/>
                <a:ea typeface="Lexend"/>
                <a:cs typeface="Lexend"/>
                <a:sym typeface="Lexend"/>
              </a:rPr>
              <a:t>• </a:t>
            </a:r>
            <a:r>
              <a:rPr b="1" lang="en-GB" sz="900">
                <a:solidFill>
                  <a:srgbClr val="222E31"/>
                </a:solidFill>
                <a:latin typeface="Lexend"/>
                <a:ea typeface="Lexend"/>
                <a:cs typeface="Lexend"/>
                <a:sym typeface="Lexend"/>
              </a:rPr>
              <a:t>Germany</a:t>
            </a:r>
            <a:r>
              <a:rPr b="1" lang="en-GB" sz="900">
                <a:solidFill>
                  <a:srgbClr val="2095D3"/>
                </a:solidFill>
                <a:latin typeface="Lexend"/>
                <a:ea typeface="Lexend"/>
                <a:cs typeface="Lexend"/>
                <a:sym typeface="Lexend"/>
              </a:rPr>
              <a:t> </a:t>
            </a:r>
            <a:r>
              <a:rPr b="1" lang="en-GB" sz="900">
                <a:solidFill>
                  <a:srgbClr val="2095D3"/>
                </a:solidFill>
                <a:highlight>
                  <a:srgbClr val="FFFFFF"/>
                </a:highlight>
                <a:latin typeface="Lexend"/>
                <a:ea typeface="Lexend"/>
                <a:cs typeface="Lexend"/>
                <a:sym typeface="Lexend"/>
              </a:rPr>
              <a:t>• </a:t>
            </a:r>
            <a:r>
              <a:rPr b="1" lang="en-GB" sz="900">
                <a:solidFill>
                  <a:srgbClr val="222E31"/>
                </a:solidFill>
                <a:latin typeface="Lexend"/>
                <a:ea typeface="Lexend"/>
                <a:cs typeface="Lexend"/>
                <a:sym typeface="Lexend"/>
              </a:rPr>
              <a:t>Netherlands</a:t>
            </a:r>
            <a:r>
              <a:rPr b="1" lang="en-GB" sz="900">
                <a:solidFill>
                  <a:srgbClr val="2095D3"/>
                </a:solidFill>
                <a:latin typeface="Lexend"/>
                <a:ea typeface="Lexend"/>
                <a:cs typeface="Lexend"/>
                <a:sym typeface="Lexend"/>
              </a:rPr>
              <a:t> </a:t>
            </a:r>
            <a:r>
              <a:rPr b="1" lang="en-GB" sz="900">
                <a:solidFill>
                  <a:srgbClr val="2095D3"/>
                </a:solidFill>
                <a:highlight>
                  <a:srgbClr val="FFFFFF"/>
                </a:highlight>
                <a:latin typeface="Lexend"/>
                <a:ea typeface="Lexend"/>
                <a:cs typeface="Lexend"/>
                <a:sym typeface="Lexend"/>
              </a:rPr>
              <a:t>• </a:t>
            </a:r>
            <a:r>
              <a:rPr b="1" lang="en-GB" sz="900">
                <a:solidFill>
                  <a:srgbClr val="222E31"/>
                </a:solidFill>
                <a:latin typeface="Lexend"/>
                <a:ea typeface="Lexend"/>
                <a:cs typeface="Lexend"/>
                <a:sym typeface="Lexend"/>
              </a:rPr>
              <a:t>Portugal</a:t>
            </a:r>
            <a:r>
              <a:rPr b="1" lang="en-GB" sz="900">
                <a:solidFill>
                  <a:srgbClr val="2095D3"/>
                </a:solidFill>
                <a:highlight>
                  <a:srgbClr val="FFFFFF"/>
                </a:highlight>
                <a:latin typeface="Lexend"/>
                <a:ea typeface="Lexend"/>
                <a:cs typeface="Lexend"/>
                <a:sym typeface="Lexend"/>
              </a:rPr>
              <a:t> • </a:t>
            </a:r>
            <a:r>
              <a:rPr b="1" lang="en-GB" sz="900">
                <a:solidFill>
                  <a:srgbClr val="222E31"/>
                </a:solidFill>
                <a:latin typeface="Lexend"/>
                <a:ea typeface="Lexend"/>
                <a:cs typeface="Lexend"/>
                <a:sym typeface="Lexend"/>
              </a:rPr>
              <a:t>India</a:t>
            </a:r>
            <a:r>
              <a:rPr b="1" lang="en-GB" sz="900">
                <a:solidFill>
                  <a:srgbClr val="2095D3"/>
                </a:solidFill>
                <a:latin typeface="Lexend"/>
                <a:ea typeface="Lexend"/>
                <a:cs typeface="Lexend"/>
                <a:sym typeface="Lexend"/>
              </a:rPr>
              <a:t> </a:t>
            </a:r>
            <a:r>
              <a:rPr b="1" lang="en-GB" sz="900">
                <a:solidFill>
                  <a:srgbClr val="2095D3"/>
                </a:solidFill>
                <a:highlight>
                  <a:srgbClr val="FFFFFF"/>
                </a:highlight>
                <a:latin typeface="Lexend"/>
                <a:ea typeface="Lexend"/>
                <a:cs typeface="Lexend"/>
                <a:sym typeface="Lexend"/>
              </a:rPr>
              <a:t>• </a:t>
            </a:r>
            <a:r>
              <a:rPr b="1" lang="en-GB" sz="900">
                <a:solidFill>
                  <a:srgbClr val="222E31"/>
                </a:solidFill>
                <a:latin typeface="Lexend"/>
                <a:ea typeface="Lexend"/>
                <a:cs typeface="Lexend"/>
                <a:sym typeface="Lexend"/>
              </a:rPr>
              <a:t>South Africa</a:t>
            </a:r>
            <a:r>
              <a:rPr b="1" lang="en-GB" sz="900">
                <a:solidFill>
                  <a:srgbClr val="2095D3"/>
                </a:solidFill>
                <a:latin typeface="Lexend"/>
                <a:ea typeface="Lexend"/>
                <a:cs typeface="Lexend"/>
                <a:sym typeface="Lexend"/>
              </a:rPr>
              <a:t> </a:t>
            </a:r>
            <a:r>
              <a:rPr b="1" lang="en-GB" sz="900">
                <a:solidFill>
                  <a:srgbClr val="2095D3"/>
                </a:solidFill>
                <a:highlight>
                  <a:srgbClr val="FFFFFF"/>
                </a:highlight>
                <a:latin typeface="Lexend"/>
                <a:ea typeface="Lexend"/>
                <a:cs typeface="Lexend"/>
                <a:sym typeface="Lexend"/>
              </a:rPr>
              <a:t>• </a:t>
            </a:r>
            <a:r>
              <a:rPr b="1" lang="en-GB" sz="900">
                <a:solidFill>
                  <a:srgbClr val="222E31"/>
                </a:solidFill>
                <a:latin typeface="Lexend"/>
                <a:ea typeface="Lexend"/>
                <a:cs typeface="Lexend"/>
                <a:sym typeface="Lexend"/>
              </a:rPr>
              <a:t>UK</a:t>
            </a:r>
            <a:r>
              <a:rPr b="1" lang="en-GB" sz="900">
                <a:solidFill>
                  <a:srgbClr val="2095D3"/>
                </a:solidFill>
                <a:latin typeface="Lexend"/>
                <a:ea typeface="Lexend"/>
                <a:cs typeface="Lexend"/>
                <a:sym typeface="Lexend"/>
              </a:rPr>
              <a:t> </a:t>
            </a:r>
            <a:r>
              <a:rPr b="1" lang="en-GB" sz="900">
                <a:solidFill>
                  <a:srgbClr val="2095D3"/>
                </a:solidFill>
                <a:highlight>
                  <a:srgbClr val="FFFFFF"/>
                </a:highlight>
                <a:latin typeface="Lexend"/>
                <a:ea typeface="Lexend"/>
                <a:cs typeface="Lexend"/>
                <a:sym typeface="Lexend"/>
              </a:rPr>
              <a:t>• </a:t>
            </a:r>
            <a:r>
              <a:rPr b="1" lang="en-GB" sz="900">
                <a:solidFill>
                  <a:srgbClr val="222E31"/>
                </a:solidFill>
                <a:latin typeface="Lexend"/>
                <a:ea typeface="Lexend"/>
                <a:cs typeface="Lexend"/>
                <a:sym typeface="Lexend"/>
              </a:rPr>
              <a:t>USA</a:t>
            </a:r>
            <a:r>
              <a:rPr b="1" lang="en-GB" sz="1000">
                <a:solidFill>
                  <a:srgbClr val="222E31"/>
                </a:solidFill>
                <a:latin typeface="Lexend"/>
                <a:ea typeface="Lexend"/>
                <a:cs typeface="Lexend"/>
                <a:sym typeface="Lexend"/>
              </a:rPr>
              <a:t> </a:t>
            </a:r>
            <a:endParaRPr sz="1000">
              <a:solidFill>
                <a:srgbClr val="222E31"/>
              </a:solidFill>
              <a:latin typeface="Lexend"/>
              <a:ea typeface="Lexend"/>
              <a:cs typeface="Lexend"/>
              <a:sym typeface="Lexend"/>
            </a:endParaRPr>
          </a:p>
        </p:txBody>
      </p:sp>
      <p:sp>
        <p:nvSpPr>
          <p:cNvPr id="243" name="Google Shape;243;p20"/>
          <p:cNvSpPr/>
          <p:nvPr/>
        </p:nvSpPr>
        <p:spPr>
          <a:xfrm>
            <a:off x="5917100" y="1498475"/>
            <a:ext cx="545700" cy="548700"/>
          </a:xfrm>
          <a:prstGeom prst="rect">
            <a:avLst/>
          </a:prstGeom>
          <a:solidFill>
            <a:srgbClr val="1856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20"/>
          <p:cNvSpPr/>
          <p:nvPr/>
        </p:nvSpPr>
        <p:spPr>
          <a:xfrm>
            <a:off x="5917100" y="2347987"/>
            <a:ext cx="545700" cy="548700"/>
          </a:xfrm>
          <a:prstGeom prst="rect">
            <a:avLst/>
          </a:prstGeom>
          <a:solidFill>
            <a:srgbClr val="3DC1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20"/>
          <p:cNvSpPr/>
          <p:nvPr/>
        </p:nvSpPr>
        <p:spPr>
          <a:xfrm>
            <a:off x="5917100" y="3197500"/>
            <a:ext cx="545700" cy="548700"/>
          </a:xfrm>
          <a:prstGeom prst="rect">
            <a:avLst/>
          </a:prstGeom>
          <a:solidFill>
            <a:srgbClr val="FF78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20"/>
          <p:cNvSpPr/>
          <p:nvPr/>
        </p:nvSpPr>
        <p:spPr>
          <a:xfrm>
            <a:off x="5917100" y="4047012"/>
            <a:ext cx="545700" cy="548700"/>
          </a:xfrm>
          <a:prstGeom prst="rect">
            <a:avLst/>
          </a:prstGeom>
          <a:solidFill>
            <a:srgbClr val="1F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20"/>
          <p:cNvSpPr txBox="1"/>
          <p:nvPr/>
        </p:nvSpPr>
        <p:spPr>
          <a:xfrm>
            <a:off x="6595175" y="1595825"/>
            <a:ext cx="19443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100">
                <a:solidFill>
                  <a:srgbClr val="222E31"/>
                </a:solidFill>
                <a:latin typeface="Lexend Medium"/>
                <a:ea typeface="Lexend Medium"/>
                <a:cs typeface="Lexend Medium"/>
                <a:sym typeface="Lexend Medium"/>
              </a:rPr>
              <a:t>Founded in </a:t>
            </a:r>
            <a:r>
              <a:rPr b="1" lang="en-GB" sz="1100">
                <a:solidFill>
                  <a:srgbClr val="222E31"/>
                </a:solidFill>
                <a:latin typeface="Lexend"/>
                <a:ea typeface="Lexend"/>
                <a:cs typeface="Lexend"/>
                <a:sym typeface="Lexend"/>
              </a:rPr>
              <a:t>2007</a:t>
            </a:r>
            <a:endParaRPr b="1" sz="1100">
              <a:solidFill>
                <a:srgbClr val="222E31"/>
              </a:solidFill>
              <a:latin typeface="Lexend"/>
              <a:ea typeface="Lexend"/>
              <a:cs typeface="Lexend"/>
              <a:sym typeface="Lexend"/>
            </a:endParaRPr>
          </a:p>
        </p:txBody>
      </p:sp>
      <p:sp>
        <p:nvSpPr>
          <p:cNvPr id="248" name="Google Shape;248;p20"/>
          <p:cNvSpPr txBox="1"/>
          <p:nvPr/>
        </p:nvSpPr>
        <p:spPr>
          <a:xfrm>
            <a:off x="6595175" y="3294838"/>
            <a:ext cx="19443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100">
                <a:solidFill>
                  <a:srgbClr val="222E31"/>
                </a:solidFill>
                <a:latin typeface="Lexend"/>
                <a:ea typeface="Lexend"/>
                <a:cs typeface="Lexend"/>
                <a:sym typeface="Lexend"/>
              </a:rPr>
              <a:t>41</a:t>
            </a:r>
            <a:r>
              <a:rPr b="1" lang="en-GB" sz="1100">
                <a:solidFill>
                  <a:srgbClr val="222E31"/>
                </a:solidFill>
                <a:latin typeface="Lexend"/>
                <a:ea typeface="Lexend"/>
                <a:cs typeface="Lexend"/>
                <a:sym typeface="Lexend"/>
              </a:rPr>
              <a:t>00+</a:t>
            </a:r>
            <a:r>
              <a:rPr lang="en-GB" sz="1100">
                <a:solidFill>
                  <a:srgbClr val="222E31"/>
                </a:solidFill>
                <a:latin typeface="Lexend Medium"/>
                <a:ea typeface="Lexend Medium"/>
                <a:cs typeface="Lexend Medium"/>
                <a:sym typeface="Lexend Medium"/>
              </a:rPr>
              <a:t> network members</a:t>
            </a:r>
            <a:endParaRPr sz="1100">
              <a:solidFill>
                <a:srgbClr val="222E31"/>
              </a:solidFill>
              <a:latin typeface="Lexend Medium"/>
              <a:ea typeface="Lexend Medium"/>
              <a:cs typeface="Lexend Medium"/>
              <a:sym typeface="Lexend Medium"/>
            </a:endParaRPr>
          </a:p>
        </p:txBody>
      </p:sp>
      <p:sp>
        <p:nvSpPr>
          <p:cNvPr id="249" name="Google Shape;249;p20"/>
          <p:cNvSpPr txBox="1"/>
          <p:nvPr/>
        </p:nvSpPr>
        <p:spPr>
          <a:xfrm>
            <a:off x="6595175" y="2347988"/>
            <a:ext cx="15936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100">
                <a:solidFill>
                  <a:srgbClr val="222E31"/>
                </a:solidFill>
                <a:latin typeface="Lexend"/>
                <a:ea typeface="Lexend"/>
                <a:cs typeface="Lexend"/>
                <a:sym typeface="Lexend"/>
              </a:rPr>
              <a:t>200+ clients</a:t>
            </a:r>
            <a:r>
              <a:rPr lang="en-GB" sz="1100">
                <a:solidFill>
                  <a:srgbClr val="222E31"/>
                </a:solidFill>
                <a:latin typeface="Lexend Medium"/>
                <a:ea typeface="Lexend Medium"/>
                <a:cs typeface="Lexend Medium"/>
                <a:sym typeface="Lexend Medium"/>
              </a:rPr>
              <a:t> across the globe</a:t>
            </a:r>
            <a:endParaRPr sz="1100">
              <a:solidFill>
                <a:srgbClr val="222E31"/>
              </a:solidFill>
              <a:latin typeface="Lexend Medium"/>
              <a:ea typeface="Lexend Medium"/>
              <a:cs typeface="Lexend Medium"/>
              <a:sym typeface="Lexend Medium"/>
            </a:endParaRPr>
          </a:p>
        </p:txBody>
      </p:sp>
      <p:sp>
        <p:nvSpPr>
          <p:cNvPr id="250" name="Google Shape;250;p20"/>
          <p:cNvSpPr txBox="1"/>
          <p:nvPr/>
        </p:nvSpPr>
        <p:spPr>
          <a:xfrm>
            <a:off x="6595175" y="4056074"/>
            <a:ext cx="19443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100">
                <a:solidFill>
                  <a:srgbClr val="222E31"/>
                </a:solidFill>
                <a:latin typeface="Lexend"/>
                <a:ea typeface="Lexend"/>
                <a:cs typeface="Lexend"/>
                <a:sym typeface="Lexend"/>
              </a:rPr>
              <a:t>90%</a:t>
            </a:r>
            <a:r>
              <a:rPr lang="en-GB" sz="1100">
                <a:solidFill>
                  <a:srgbClr val="222E31"/>
                </a:solidFill>
                <a:latin typeface="Lexend Medium"/>
                <a:ea typeface="Lexend Medium"/>
                <a:cs typeface="Lexend Medium"/>
                <a:sym typeface="Lexend Medium"/>
              </a:rPr>
              <a:t> of our people have </a:t>
            </a:r>
            <a:r>
              <a:rPr b="1" lang="en-GB" sz="1100">
                <a:solidFill>
                  <a:srgbClr val="222E31"/>
                </a:solidFill>
                <a:latin typeface="Lexend"/>
                <a:ea typeface="Lexend"/>
                <a:cs typeface="Lexend"/>
                <a:sym typeface="Lexend"/>
              </a:rPr>
              <a:t>10+ years</a:t>
            </a:r>
            <a:r>
              <a:rPr lang="en-GB" sz="1100">
                <a:solidFill>
                  <a:srgbClr val="222E31"/>
                </a:solidFill>
                <a:latin typeface="Lexend Medium"/>
                <a:ea typeface="Lexend Medium"/>
                <a:cs typeface="Lexend Medium"/>
                <a:sym typeface="Lexend Medium"/>
              </a:rPr>
              <a:t> of experience</a:t>
            </a:r>
            <a:endParaRPr sz="1100">
              <a:solidFill>
                <a:srgbClr val="222E31"/>
              </a:solidFill>
              <a:latin typeface="Lexend Medium"/>
              <a:ea typeface="Lexend Medium"/>
              <a:cs typeface="Lexend Medium"/>
              <a:sym typeface="Lexend Medium"/>
            </a:endParaRPr>
          </a:p>
        </p:txBody>
      </p:sp>
      <p:pic>
        <p:nvPicPr>
          <p:cNvPr id="251" name="Google Shape;251;p20"/>
          <p:cNvPicPr preferRelativeResize="0"/>
          <p:nvPr/>
        </p:nvPicPr>
        <p:blipFill>
          <a:blip r:embed="rId4">
            <a:alphaModFix/>
          </a:blip>
          <a:stretch>
            <a:fillRect/>
          </a:stretch>
        </p:blipFill>
        <p:spPr>
          <a:xfrm>
            <a:off x="6041676" y="1588449"/>
            <a:ext cx="296543" cy="368749"/>
          </a:xfrm>
          <a:prstGeom prst="rect">
            <a:avLst/>
          </a:prstGeom>
          <a:noFill/>
          <a:ln>
            <a:noFill/>
          </a:ln>
        </p:spPr>
      </p:pic>
      <p:pic>
        <p:nvPicPr>
          <p:cNvPr id="252" name="Google Shape;252;p20"/>
          <p:cNvPicPr preferRelativeResize="0"/>
          <p:nvPr/>
        </p:nvPicPr>
        <p:blipFill>
          <a:blip r:embed="rId5">
            <a:alphaModFix/>
          </a:blip>
          <a:stretch>
            <a:fillRect/>
          </a:stretch>
        </p:blipFill>
        <p:spPr>
          <a:xfrm>
            <a:off x="6009275" y="4144560"/>
            <a:ext cx="361350" cy="353579"/>
          </a:xfrm>
          <a:prstGeom prst="rect">
            <a:avLst/>
          </a:prstGeom>
          <a:noFill/>
          <a:ln>
            <a:noFill/>
          </a:ln>
        </p:spPr>
      </p:pic>
      <p:pic>
        <p:nvPicPr>
          <p:cNvPr id="253" name="Google Shape;253;p20"/>
          <p:cNvPicPr preferRelativeResize="0"/>
          <p:nvPr/>
        </p:nvPicPr>
        <p:blipFill>
          <a:blip r:embed="rId6">
            <a:alphaModFix/>
          </a:blip>
          <a:stretch>
            <a:fillRect/>
          </a:stretch>
        </p:blipFill>
        <p:spPr>
          <a:xfrm>
            <a:off x="6033480" y="2483915"/>
            <a:ext cx="312938" cy="312694"/>
          </a:xfrm>
          <a:prstGeom prst="rect">
            <a:avLst/>
          </a:prstGeom>
          <a:noFill/>
          <a:ln>
            <a:noFill/>
          </a:ln>
        </p:spPr>
      </p:pic>
      <p:pic>
        <p:nvPicPr>
          <p:cNvPr id="254" name="Google Shape;254;p20"/>
          <p:cNvPicPr preferRelativeResize="0"/>
          <p:nvPr/>
        </p:nvPicPr>
        <p:blipFill>
          <a:blip r:embed="rId7">
            <a:alphaModFix/>
          </a:blip>
          <a:stretch>
            <a:fillRect/>
          </a:stretch>
        </p:blipFill>
        <p:spPr>
          <a:xfrm>
            <a:off x="6033475" y="3309548"/>
            <a:ext cx="312950" cy="324575"/>
          </a:xfrm>
          <a:prstGeom prst="rect">
            <a:avLst/>
          </a:prstGeom>
          <a:noFill/>
          <a:ln>
            <a:noFill/>
          </a:ln>
        </p:spPr>
      </p:pic>
      <p:sp>
        <p:nvSpPr>
          <p:cNvPr id="255" name="Google Shape;255;p20"/>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256" name="Google Shape;256;p20"/>
          <p:cNvSpPr txBox="1"/>
          <p:nvPr>
            <p:ph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57" name="Google Shape;257;p20"/>
          <p:cNvSpPr txBox="1"/>
          <p:nvPr>
            <p:ph idx="2" type="title"/>
          </p:nvPr>
        </p:nvSpPr>
        <p:spPr>
          <a:xfrm>
            <a:off x="515311" y="779159"/>
            <a:ext cx="45465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58" name="Google Shape;258;p20"/>
          <p:cNvSpPr txBox="1"/>
          <p:nvPr>
            <p:ph idx="3" type="title"/>
          </p:nvPr>
        </p:nvSpPr>
        <p:spPr>
          <a:xfrm>
            <a:off x="540000" y="1253975"/>
            <a:ext cx="37896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12526"/>
              </a:buClr>
              <a:buSzPts val="1000"/>
              <a:buNone/>
              <a:defRPr b="0" sz="1000">
                <a:solidFill>
                  <a:srgbClr val="212526"/>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p 1">
  <p:cSld name="SECTION_HEADER_2_1_2">
    <p:spTree>
      <p:nvGrpSpPr>
        <p:cNvPr id="259" name="Shape 259"/>
        <p:cNvGrpSpPr/>
        <p:nvPr/>
      </p:nvGrpSpPr>
      <p:grpSpPr>
        <a:xfrm>
          <a:off x="0" y="0"/>
          <a:ext cx="0" cy="0"/>
          <a:chOff x="0" y="0"/>
          <a:chExt cx="0" cy="0"/>
        </a:xfrm>
      </p:grpSpPr>
      <p:sp>
        <p:nvSpPr>
          <p:cNvPr id="260" name="Google Shape;260;p21"/>
          <p:cNvSpPr/>
          <p:nvPr/>
        </p:nvSpPr>
        <p:spPr>
          <a:xfrm>
            <a:off x="5593200" y="928750"/>
            <a:ext cx="3100500" cy="3615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61" name="Google Shape;261;p21"/>
          <p:cNvGrpSpPr/>
          <p:nvPr/>
        </p:nvGrpSpPr>
        <p:grpSpPr>
          <a:xfrm>
            <a:off x="-1" y="-19"/>
            <a:ext cx="704286" cy="5143552"/>
            <a:chOff x="360000" y="360000"/>
            <a:chExt cx="446146" cy="3258300"/>
          </a:xfrm>
        </p:grpSpPr>
        <p:sp>
          <p:nvSpPr>
            <p:cNvPr id="262" name="Google Shape;262;p21"/>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21"/>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21"/>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65" name="Google Shape;265;p21"/>
          <p:cNvGrpSpPr/>
          <p:nvPr/>
        </p:nvGrpSpPr>
        <p:grpSpPr>
          <a:xfrm>
            <a:off x="8866175" y="25"/>
            <a:ext cx="277800" cy="461700"/>
            <a:chOff x="8866175" y="25"/>
            <a:chExt cx="277800" cy="461700"/>
          </a:xfrm>
        </p:grpSpPr>
        <p:sp>
          <p:nvSpPr>
            <p:cNvPr id="266" name="Google Shape;266;p21"/>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7" name="Google Shape;267;p21"/>
            <p:cNvPicPr preferRelativeResize="0"/>
            <p:nvPr/>
          </p:nvPicPr>
          <p:blipFill>
            <a:blip r:embed="rId2">
              <a:alphaModFix/>
            </a:blip>
            <a:stretch>
              <a:fillRect/>
            </a:stretch>
          </p:blipFill>
          <p:spPr>
            <a:xfrm>
              <a:off x="8933375" y="62875"/>
              <a:ext cx="143400" cy="129650"/>
            </a:xfrm>
            <a:prstGeom prst="rect">
              <a:avLst/>
            </a:prstGeom>
            <a:noFill/>
            <a:ln>
              <a:noFill/>
            </a:ln>
          </p:spPr>
        </p:pic>
      </p:grpSp>
      <p:pic>
        <p:nvPicPr>
          <p:cNvPr id="268" name="Google Shape;268;p21"/>
          <p:cNvPicPr preferRelativeResize="0"/>
          <p:nvPr/>
        </p:nvPicPr>
        <p:blipFill>
          <a:blip r:embed="rId3">
            <a:alphaModFix/>
          </a:blip>
          <a:stretch>
            <a:fillRect/>
          </a:stretch>
        </p:blipFill>
        <p:spPr>
          <a:xfrm>
            <a:off x="519100" y="1761244"/>
            <a:ext cx="4470298" cy="2012468"/>
          </a:xfrm>
          <a:prstGeom prst="rect">
            <a:avLst/>
          </a:prstGeom>
          <a:noFill/>
          <a:ln>
            <a:noFill/>
          </a:ln>
        </p:spPr>
      </p:pic>
      <p:sp>
        <p:nvSpPr>
          <p:cNvPr id="269" name="Google Shape;269;p21"/>
          <p:cNvSpPr txBox="1"/>
          <p:nvPr/>
        </p:nvSpPr>
        <p:spPr>
          <a:xfrm>
            <a:off x="492900" y="4098250"/>
            <a:ext cx="4584600" cy="446400"/>
          </a:xfrm>
          <a:prstGeom prst="rect">
            <a:avLst/>
          </a:prstGeom>
          <a:noFill/>
          <a:ln>
            <a:noFill/>
          </a:ln>
        </p:spPr>
        <p:txBody>
          <a:bodyPr anchorCtr="0" anchor="ctr" bIns="19050" lIns="19050" spcFirstLastPara="1" rIns="19050" wrap="square" tIns="19050">
            <a:spAutoFit/>
          </a:bodyPr>
          <a:lstStyle/>
          <a:p>
            <a:pPr indent="0" lvl="0" marL="0" rtl="0" algn="l">
              <a:lnSpc>
                <a:spcPct val="150000"/>
              </a:lnSpc>
              <a:spcBef>
                <a:spcPts val="1480"/>
              </a:spcBef>
              <a:spcAft>
                <a:spcPts val="0"/>
              </a:spcAft>
              <a:buNone/>
            </a:pPr>
            <a:r>
              <a:rPr lang="en-GB" sz="1100">
                <a:solidFill>
                  <a:srgbClr val="222E31"/>
                </a:solidFill>
                <a:latin typeface="Lexend"/>
                <a:ea typeface="Lexend"/>
                <a:cs typeface="Lexend"/>
                <a:sym typeface="Lexend"/>
              </a:rPr>
              <a:t>Offices in:</a:t>
            </a:r>
            <a:br>
              <a:rPr lang="en-GB" sz="1100">
                <a:solidFill>
                  <a:srgbClr val="222E31"/>
                </a:solidFill>
                <a:latin typeface="Lexend"/>
                <a:ea typeface="Lexend"/>
                <a:cs typeface="Lexend"/>
                <a:sym typeface="Lexend"/>
              </a:rPr>
            </a:br>
            <a:r>
              <a:rPr b="1" lang="en-GB" sz="900">
                <a:solidFill>
                  <a:srgbClr val="222E31"/>
                </a:solidFill>
                <a:latin typeface="Lexend"/>
                <a:ea typeface="Lexend"/>
                <a:cs typeface="Lexend"/>
                <a:sym typeface="Lexend"/>
              </a:rPr>
              <a:t>Australia</a:t>
            </a:r>
            <a:r>
              <a:rPr b="1" lang="en-GB" sz="900">
                <a:solidFill>
                  <a:srgbClr val="2095D3"/>
                </a:solidFill>
                <a:latin typeface="Lexend"/>
                <a:ea typeface="Lexend"/>
                <a:cs typeface="Lexend"/>
                <a:sym typeface="Lexend"/>
              </a:rPr>
              <a:t> </a:t>
            </a:r>
            <a:r>
              <a:rPr b="1" lang="en-GB" sz="900">
                <a:solidFill>
                  <a:srgbClr val="2095D3"/>
                </a:solidFill>
                <a:highlight>
                  <a:srgbClr val="FFFFFF"/>
                </a:highlight>
                <a:latin typeface="Lexend"/>
                <a:ea typeface="Lexend"/>
                <a:cs typeface="Lexend"/>
                <a:sym typeface="Lexend"/>
              </a:rPr>
              <a:t>• </a:t>
            </a:r>
            <a:r>
              <a:rPr b="1" lang="en-GB" sz="900">
                <a:solidFill>
                  <a:srgbClr val="222E31"/>
                </a:solidFill>
                <a:latin typeface="Lexend"/>
                <a:ea typeface="Lexend"/>
                <a:cs typeface="Lexend"/>
                <a:sym typeface="Lexend"/>
              </a:rPr>
              <a:t>Germany</a:t>
            </a:r>
            <a:r>
              <a:rPr b="1" lang="en-GB" sz="900">
                <a:solidFill>
                  <a:srgbClr val="2095D3"/>
                </a:solidFill>
                <a:latin typeface="Lexend"/>
                <a:ea typeface="Lexend"/>
                <a:cs typeface="Lexend"/>
                <a:sym typeface="Lexend"/>
              </a:rPr>
              <a:t> </a:t>
            </a:r>
            <a:r>
              <a:rPr b="1" lang="en-GB" sz="900">
                <a:solidFill>
                  <a:srgbClr val="2095D3"/>
                </a:solidFill>
                <a:highlight>
                  <a:srgbClr val="FFFFFF"/>
                </a:highlight>
                <a:latin typeface="Lexend"/>
                <a:ea typeface="Lexend"/>
                <a:cs typeface="Lexend"/>
                <a:sym typeface="Lexend"/>
              </a:rPr>
              <a:t>• </a:t>
            </a:r>
            <a:r>
              <a:rPr b="1" lang="en-GB" sz="900">
                <a:solidFill>
                  <a:srgbClr val="222E31"/>
                </a:solidFill>
                <a:latin typeface="Lexend"/>
                <a:ea typeface="Lexend"/>
                <a:cs typeface="Lexend"/>
                <a:sym typeface="Lexend"/>
              </a:rPr>
              <a:t>Netherlands</a:t>
            </a:r>
            <a:r>
              <a:rPr b="1" lang="en-GB" sz="900">
                <a:solidFill>
                  <a:srgbClr val="2095D3"/>
                </a:solidFill>
                <a:latin typeface="Lexend"/>
                <a:ea typeface="Lexend"/>
                <a:cs typeface="Lexend"/>
                <a:sym typeface="Lexend"/>
              </a:rPr>
              <a:t> </a:t>
            </a:r>
            <a:r>
              <a:rPr b="1" lang="en-GB" sz="900">
                <a:solidFill>
                  <a:srgbClr val="2095D3"/>
                </a:solidFill>
                <a:highlight>
                  <a:srgbClr val="FFFFFF"/>
                </a:highlight>
                <a:latin typeface="Lexend"/>
                <a:ea typeface="Lexend"/>
                <a:cs typeface="Lexend"/>
                <a:sym typeface="Lexend"/>
              </a:rPr>
              <a:t>• </a:t>
            </a:r>
            <a:r>
              <a:rPr b="1" lang="en-GB" sz="900">
                <a:solidFill>
                  <a:srgbClr val="222E31"/>
                </a:solidFill>
                <a:latin typeface="Lexend"/>
                <a:ea typeface="Lexend"/>
                <a:cs typeface="Lexend"/>
                <a:sym typeface="Lexend"/>
              </a:rPr>
              <a:t>Portugal</a:t>
            </a:r>
            <a:r>
              <a:rPr b="1" lang="en-GB" sz="900">
                <a:solidFill>
                  <a:srgbClr val="2095D3"/>
                </a:solidFill>
                <a:highlight>
                  <a:srgbClr val="FFFFFF"/>
                </a:highlight>
                <a:latin typeface="Lexend"/>
                <a:ea typeface="Lexend"/>
                <a:cs typeface="Lexend"/>
                <a:sym typeface="Lexend"/>
              </a:rPr>
              <a:t> • </a:t>
            </a:r>
            <a:r>
              <a:rPr b="1" lang="en-GB" sz="900">
                <a:solidFill>
                  <a:srgbClr val="222E31"/>
                </a:solidFill>
                <a:latin typeface="Lexend"/>
                <a:ea typeface="Lexend"/>
                <a:cs typeface="Lexend"/>
                <a:sym typeface="Lexend"/>
              </a:rPr>
              <a:t>India</a:t>
            </a:r>
            <a:r>
              <a:rPr b="1" lang="en-GB" sz="900">
                <a:solidFill>
                  <a:srgbClr val="2095D3"/>
                </a:solidFill>
                <a:latin typeface="Lexend"/>
                <a:ea typeface="Lexend"/>
                <a:cs typeface="Lexend"/>
                <a:sym typeface="Lexend"/>
              </a:rPr>
              <a:t> </a:t>
            </a:r>
            <a:r>
              <a:rPr b="1" lang="en-GB" sz="900">
                <a:solidFill>
                  <a:srgbClr val="2095D3"/>
                </a:solidFill>
                <a:highlight>
                  <a:srgbClr val="FFFFFF"/>
                </a:highlight>
                <a:latin typeface="Lexend"/>
                <a:ea typeface="Lexend"/>
                <a:cs typeface="Lexend"/>
                <a:sym typeface="Lexend"/>
              </a:rPr>
              <a:t>• </a:t>
            </a:r>
            <a:r>
              <a:rPr b="1" lang="en-GB" sz="900">
                <a:solidFill>
                  <a:srgbClr val="222E31"/>
                </a:solidFill>
                <a:latin typeface="Lexend"/>
                <a:ea typeface="Lexend"/>
                <a:cs typeface="Lexend"/>
                <a:sym typeface="Lexend"/>
              </a:rPr>
              <a:t>South Africa</a:t>
            </a:r>
            <a:r>
              <a:rPr b="1" lang="en-GB" sz="900">
                <a:solidFill>
                  <a:srgbClr val="2095D3"/>
                </a:solidFill>
                <a:latin typeface="Lexend"/>
                <a:ea typeface="Lexend"/>
                <a:cs typeface="Lexend"/>
                <a:sym typeface="Lexend"/>
              </a:rPr>
              <a:t> </a:t>
            </a:r>
            <a:r>
              <a:rPr b="1" lang="en-GB" sz="900">
                <a:solidFill>
                  <a:srgbClr val="2095D3"/>
                </a:solidFill>
                <a:highlight>
                  <a:srgbClr val="FFFFFF"/>
                </a:highlight>
                <a:latin typeface="Lexend"/>
                <a:ea typeface="Lexend"/>
                <a:cs typeface="Lexend"/>
                <a:sym typeface="Lexend"/>
              </a:rPr>
              <a:t>• </a:t>
            </a:r>
            <a:r>
              <a:rPr b="1" lang="en-GB" sz="900">
                <a:solidFill>
                  <a:srgbClr val="222E31"/>
                </a:solidFill>
                <a:latin typeface="Lexend"/>
                <a:ea typeface="Lexend"/>
                <a:cs typeface="Lexend"/>
                <a:sym typeface="Lexend"/>
              </a:rPr>
              <a:t>UK</a:t>
            </a:r>
            <a:r>
              <a:rPr b="1" lang="en-GB" sz="900">
                <a:solidFill>
                  <a:srgbClr val="2095D3"/>
                </a:solidFill>
                <a:latin typeface="Lexend"/>
                <a:ea typeface="Lexend"/>
                <a:cs typeface="Lexend"/>
                <a:sym typeface="Lexend"/>
              </a:rPr>
              <a:t> </a:t>
            </a:r>
            <a:r>
              <a:rPr b="1" lang="en-GB" sz="900">
                <a:solidFill>
                  <a:srgbClr val="2095D3"/>
                </a:solidFill>
                <a:highlight>
                  <a:srgbClr val="FFFFFF"/>
                </a:highlight>
                <a:latin typeface="Lexend"/>
                <a:ea typeface="Lexend"/>
                <a:cs typeface="Lexend"/>
                <a:sym typeface="Lexend"/>
              </a:rPr>
              <a:t>• </a:t>
            </a:r>
            <a:r>
              <a:rPr b="1" lang="en-GB" sz="900">
                <a:solidFill>
                  <a:srgbClr val="222E31"/>
                </a:solidFill>
                <a:latin typeface="Lexend"/>
                <a:ea typeface="Lexend"/>
                <a:cs typeface="Lexend"/>
                <a:sym typeface="Lexend"/>
              </a:rPr>
              <a:t>USA</a:t>
            </a:r>
            <a:r>
              <a:rPr b="1" lang="en-GB" sz="1000">
                <a:solidFill>
                  <a:srgbClr val="222E31"/>
                </a:solidFill>
                <a:latin typeface="Lexend"/>
                <a:ea typeface="Lexend"/>
                <a:cs typeface="Lexend"/>
                <a:sym typeface="Lexend"/>
              </a:rPr>
              <a:t> </a:t>
            </a:r>
            <a:endParaRPr sz="1000">
              <a:solidFill>
                <a:srgbClr val="222E31"/>
              </a:solidFill>
              <a:latin typeface="Lexend"/>
              <a:ea typeface="Lexend"/>
              <a:cs typeface="Lexend"/>
              <a:sym typeface="Lexend"/>
            </a:endParaRPr>
          </a:p>
        </p:txBody>
      </p:sp>
      <p:sp>
        <p:nvSpPr>
          <p:cNvPr id="270" name="Google Shape;270;p21"/>
          <p:cNvSpPr txBox="1"/>
          <p:nvPr/>
        </p:nvSpPr>
        <p:spPr>
          <a:xfrm>
            <a:off x="6525325" y="1261149"/>
            <a:ext cx="19443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100">
                <a:solidFill>
                  <a:srgbClr val="1A547E"/>
                </a:solidFill>
                <a:latin typeface="Lexend"/>
                <a:ea typeface="Lexend"/>
                <a:cs typeface="Lexend"/>
                <a:sym typeface="Lexend"/>
              </a:rPr>
              <a:t>2007</a:t>
            </a:r>
            <a:br>
              <a:rPr lang="en-GB" sz="1100">
                <a:solidFill>
                  <a:srgbClr val="222E31"/>
                </a:solidFill>
                <a:latin typeface="Lexend Medium"/>
                <a:ea typeface="Lexend Medium"/>
                <a:cs typeface="Lexend Medium"/>
                <a:sym typeface="Lexend Medium"/>
              </a:rPr>
            </a:br>
            <a:r>
              <a:rPr lang="en-GB" sz="1100">
                <a:solidFill>
                  <a:srgbClr val="222E31"/>
                </a:solidFill>
                <a:latin typeface="Lexend Medium"/>
                <a:ea typeface="Lexend Medium"/>
                <a:cs typeface="Lexend Medium"/>
                <a:sym typeface="Lexend Medium"/>
              </a:rPr>
              <a:t>Equal Experts f</a:t>
            </a:r>
            <a:r>
              <a:rPr lang="en-GB" sz="1100">
                <a:solidFill>
                  <a:srgbClr val="222E31"/>
                </a:solidFill>
                <a:latin typeface="Lexend Medium"/>
                <a:ea typeface="Lexend Medium"/>
                <a:cs typeface="Lexend Medium"/>
                <a:sym typeface="Lexend Medium"/>
              </a:rPr>
              <a:t>ounded</a:t>
            </a:r>
            <a:endParaRPr b="1" sz="1100">
              <a:solidFill>
                <a:srgbClr val="222E31"/>
              </a:solidFill>
              <a:latin typeface="Lexend"/>
              <a:ea typeface="Lexend"/>
              <a:cs typeface="Lexend"/>
              <a:sym typeface="Lexend"/>
            </a:endParaRPr>
          </a:p>
        </p:txBody>
      </p:sp>
      <p:sp>
        <p:nvSpPr>
          <p:cNvPr id="271" name="Google Shape;271;p21"/>
          <p:cNvSpPr txBox="1"/>
          <p:nvPr/>
        </p:nvSpPr>
        <p:spPr>
          <a:xfrm>
            <a:off x="6525325" y="2871432"/>
            <a:ext cx="19443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100">
                <a:solidFill>
                  <a:srgbClr val="18567E"/>
                </a:solidFill>
                <a:latin typeface="Lexend"/>
                <a:ea typeface="Lexend"/>
                <a:cs typeface="Lexend"/>
                <a:sym typeface="Lexend"/>
              </a:rPr>
              <a:t>4,100 +</a:t>
            </a:r>
            <a:br>
              <a:rPr lang="en-GB" sz="1100">
                <a:solidFill>
                  <a:srgbClr val="222E31"/>
                </a:solidFill>
                <a:latin typeface="Lexend Medium"/>
                <a:ea typeface="Lexend Medium"/>
                <a:cs typeface="Lexend Medium"/>
                <a:sym typeface="Lexend Medium"/>
              </a:rPr>
            </a:br>
            <a:r>
              <a:rPr lang="en-GB" sz="1100">
                <a:solidFill>
                  <a:srgbClr val="222E31"/>
                </a:solidFill>
                <a:latin typeface="Lexend Medium"/>
                <a:ea typeface="Lexend Medium"/>
                <a:cs typeface="Lexend Medium"/>
                <a:sym typeface="Lexend Medium"/>
              </a:rPr>
              <a:t>network members</a:t>
            </a:r>
            <a:endParaRPr sz="1100">
              <a:solidFill>
                <a:srgbClr val="222E31"/>
              </a:solidFill>
              <a:latin typeface="Lexend Medium"/>
              <a:ea typeface="Lexend Medium"/>
              <a:cs typeface="Lexend Medium"/>
              <a:sym typeface="Lexend Medium"/>
            </a:endParaRPr>
          </a:p>
        </p:txBody>
      </p:sp>
      <p:sp>
        <p:nvSpPr>
          <p:cNvPr id="272" name="Google Shape;272;p21"/>
          <p:cNvSpPr txBox="1"/>
          <p:nvPr/>
        </p:nvSpPr>
        <p:spPr>
          <a:xfrm>
            <a:off x="6525325" y="2066290"/>
            <a:ext cx="15936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100">
                <a:solidFill>
                  <a:srgbClr val="18567E"/>
                </a:solidFill>
                <a:latin typeface="Lexend"/>
                <a:ea typeface="Lexend"/>
                <a:cs typeface="Lexend"/>
                <a:sym typeface="Lexend"/>
              </a:rPr>
              <a:t>200+ clients</a:t>
            </a:r>
            <a:r>
              <a:rPr lang="en-GB" sz="1100">
                <a:solidFill>
                  <a:srgbClr val="18567E"/>
                </a:solidFill>
                <a:latin typeface="Lexend Medium"/>
                <a:ea typeface="Lexend Medium"/>
                <a:cs typeface="Lexend Medium"/>
                <a:sym typeface="Lexend Medium"/>
              </a:rPr>
              <a:t> </a:t>
            </a:r>
            <a:br>
              <a:rPr lang="en-GB" sz="1100">
                <a:solidFill>
                  <a:srgbClr val="222E31"/>
                </a:solidFill>
                <a:latin typeface="Lexend Medium"/>
                <a:ea typeface="Lexend Medium"/>
                <a:cs typeface="Lexend Medium"/>
                <a:sym typeface="Lexend Medium"/>
              </a:rPr>
            </a:br>
            <a:r>
              <a:rPr lang="en-GB" sz="1100">
                <a:solidFill>
                  <a:srgbClr val="222E31"/>
                </a:solidFill>
                <a:latin typeface="Lexend Medium"/>
                <a:ea typeface="Lexend Medium"/>
                <a:cs typeface="Lexend Medium"/>
                <a:sym typeface="Lexend Medium"/>
              </a:rPr>
              <a:t>across the globe</a:t>
            </a:r>
            <a:endParaRPr sz="1100">
              <a:solidFill>
                <a:srgbClr val="222E31"/>
              </a:solidFill>
              <a:latin typeface="Lexend Medium"/>
              <a:ea typeface="Lexend Medium"/>
              <a:cs typeface="Lexend Medium"/>
              <a:sym typeface="Lexend Medium"/>
            </a:endParaRPr>
          </a:p>
        </p:txBody>
      </p:sp>
      <p:sp>
        <p:nvSpPr>
          <p:cNvPr id="273" name="Google Shape;273;p21"/>
          <p:cNvSpPr txBox="1"/>
          <p:nvPr/>
        </p:nvSpPr>
        <p:spPr>
          <a:xfrm>
            <a:off x="6525325" y="3676574"/>
            <a:ext cx="19443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100">
                <a:solidFill>
                  <a:srgbClr val="18567E"/>
                </a:solidFill>
                <a:latin typeface="Lexend"/>
                <a:ea typeface="Lexend"/>
                <a:cs typeface="Lexend"/>
                <a:sym typeface="Lexend"/>
              </a:rPr>
              <a:t>90%</a:t>
            </a:r>
            <a:r>
              <a:rPr lang="en-GB" sz="1100">
                <a:solidFill>
                  <a:srgbClr val="222E31"/>
                </a:solidFill>
                <a:latin typeface="Lexend Medium"/>
                <a:ea typeface="Lexend Medium"/>
                <a:cs typeface="Lexend Medium"/>
                <a:sym typeface="Lexend Medium"/>
              </a:rPr>
              <a:t> of our people have </a:t>
            </a:r>
            <a:r>
              <a:rPr b="1" lang="en-GB" sz="1100">
                <a:solidFill>
                  <a:srgbClr val="18567E"/>
                </a:solidFill>
                <a:latin typeface="Lexend"/>
                <a:ea typeface="Lexend"/>
                <a:cs typeface="Lexend"/>
                <a:sym typeface="Lexend"/>
              </a:rPr>
              <a:t>10+ years</a:t>
            </a:r>
            <a:r>
              <a:rPr lang="en-GB" sz="1100">
                <a:solidFill>
                  <a:srgbClr val="222E31"/>
                </a:solidFill>
                <a:latin typeface="Lexend Medium"/>
                <a:ea typeface="Lexend Medium"/>
                <a:cs typeface="Lexend Medium"/>
                <a:sym typeface="Lexend Medium"/>
              </a:rPr>
              <a:t> of experience</a:t>
            </a:r>
            <a:endParaRPr sz="1100">
              <a:solidFill>
                <a:srgbClr val="222E31"/>
              </a:solidFill>
              <a:latin typeface="Lexend Medium"/>
              <a:ea typeface="Lexend Medium"/>
              <a:cs typeface="Lexend Medium"/>
              <a:sym typeface="Lexend Medium"/>
            </a:endParaRPr>
          </a:p>
        </p:txBody>
      </p:sp>
      <p:pic>
        <p:nvPicPr>
          <p:cNvPr id="274" name="Google Shape;274;p21"/>
          <p:cNvPicPr preferRelativeResize="0"/>
          <p:nvPr/>
        </p:nvPicPr>
        <p:blipFill>
          <a:blip r:embed="rId4">
            <a:alphaModFix/>
          </a:blip>
          <a:stretch>
            <a:fillRect/>
          </a:stretch>
        </p:blipFill>
        <p:spPr>
          <a:xfrm>
            <a:off x="5971826" y="1352384"/>
            <a:ext cx="296543" cy="368749"/>
          </a:xfrm>
          <a:prstGeom prst="rect">
            <a:avLst/>
          </a:prstGeom>
          <a:noFill/>
          <a:ln>
            <a:noFill/>
          </a:ln>
        </p:spPr>
      </p:pic>
      <p:pic>
        <p:nvPicPr>
          <p:cNvPr id="275" name="Google Shape;275;p21"/>
          <p:cNvPicPr preferRelativeResize="0"/>
          <p:nvPr/>
        </p:nvPicPr>
        <p:blipFill>
          <a:blip r:embed="rId5">
            <a:alphaModFix/>
          </a:blip>
          <a:stretch>
            <a:fillRect/>
          </a:stretch>
        </p:blipFill>
        <p:spPr>
          <a:xfrm>
            <a:off x="5939425" y="3755773"/>
            <a:ext cx="361350" cy="353579"/>
          </a:xfrm>
          <a:prstGeom prst="rect">
            <a:avLst/>
          </a:prstGeom>
          <a:noFill/>
          <a:ln>
            <a:noFill/>
          </a:ln>
        </p:spPr>
      </p:pic>
      <p:pic>
        <p:nvPicPr>
          <p:cNvPr id="276" name="Google Shape;276;p21"/>
          <p:cNvPicPr preferRelativeResize="0"/>
          <p:nvPr/>
        </p:nvPicPr>
        <p:blipFill>
          <a:blip r:embed="rId6">
            <a:alphaModFix/>
          </a:blip>
          <a:stretch>
            <a:fillRect/>
          </a:stretch>
        </p:blipFill>
        <p:spPr>
          <a:xfrm>
            <a:off x="5955257" y="2185098"/>
            <a:ext cx="312938" cy="312694"/>
          </a:xfrm>
          <a:prstGeom prst="rect">
            <a:avLst/>
          </a:prstGeom>
          <a:noFill/>
          <a:ln>
            <a:noFill/>
          </a:ln>
        </p:spPr>
      </p:pic>
      <p:pic>
        <p:nvPicPr>
          <p:cNvPr id="277" name="Google Shape;277;p21"/>
          <p:cNvPicPr preferRelativeResize="0"/>
          <p:nvPr/>
        </p:nvPicPr>
        <p:blipFill>
          <a:blip r:embed="rId7">
            <a:alphaModFix/>
          </a:blip>
          <a:stretch>
            <a:fillRect/>
          </a:stretch>
        </p:blipFill>
        <p:spPr>
          <a:xfrm>
            <a:off x="5963625" y="2974872"/>
            <a:ext cx="312950" cy="324575"/>
          </a:xfrm>
          <a:prstGeom prst="rect">
            <a:avLst/>
          </a:prstGeom>
          <a:noFill/>
          <a:ln>
            <a:noFill/>
          </a:ln>
        </p:spPr>
      </p:pic>
      <p:sp>
        <p:nvSpPr>
          <p:cNvPr id="278" name="Google Shape;278;p21"/>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279" name="Google Shape;279;p21"/>
          <p:cNvSpPr txBox="1"/>
          <p:nvPr>
            <p:ph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80" name="Google Shape;280;p21"/>
          <p:cNvSpPr txBox="1"/>
          <p:nvPr>
            <p:ph idx="2" type="title"/>
          </p:nvPr>
        </p:nvSpPr>
        <p:spPr>
          <a:xfrm>
            <a:off x="515311" y="779159"/>
            <a:ext cx="45465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81" name="Google Shape;281;p21"/>
          <p:cNvSpPr txBox="1"/>
          <p:nvPr>
            <p:ph idx="3" type="title"/>
          </p:nvPr>
        </p:nvSpPr>
        <p:spPr>
          <a:xfrm>
            <a:off x="540000" y="1253975"/>
            <a:ext cx="37896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12526"/>
              </a:buClr>
              <a:buSzPts val="1000"/>
              <a:buNone/>
              <a:defRPr b="0" sz="1000">
                <a:solidFill>
                  <a:srgbClr val="212526"/>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e-Services-Light">
  <p:cSld name="SECTION_HEADER_2_1_1">
    <p:spTree>
      <p:nvGrpSpPr>
        <p:cNvPr id="282" name="Shape 282"/>
        <p:cNvGrpSpPr/>
        <p:nvPr/>
      </p:nvGrpSpPr>
      <p:grpSpPr>
        <a:xfrm>
          <a:off x="0" y="0"/>
          <a:ext cx="0" cy="0"/>
          <a:chOff x="0" y="0"/>
          <a:chExt cx="0" cy="0"/>
        </a:xfrm>
      </p:grpSpPr>
      <p:grpSp>
        <p:nvGrpSpPr>
          <p:cNvPr id="283" name="Google Shape;283;p22"/>
          <p:cNvGrpSpPr/>
          <p:nvPr/>
        </p:nvGrpSpPr>
        <p:grpSpPr>
          <a:xfrm>
            <a:off x="-1" y="-19"/>
            <a:ext cx="704286" cy="5143552"/>
            <a:chOff x="360000" y="360000"/>
            <a:chExt cx="446146" cy="3258300"/>
          </a:xfrm>
        </p:grpSpPr>
        <p:sp>
          <p:nvSpPr>
            <p:cNvPr id="284" name="Google Shape;284;p22"/>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 name="Google Shape;285;p22"/>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6" name="Google Shape;286;p22"/>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87" name="Google Shape;287;p22"/>
          <p:cNvGrpSpPr/>
          <p:nvPr/>
        </p:nvGrpSpPr>
        <p:grpSpPr>
          <a:xfrm>
            <a:off x="8866175" y="25"/>
            <a:ext cx="277800" cy="461700"/>
            <a:chOff x="8866175" y="25"/>
            <a:chExt cx="277800" cy="461700"/>
          </a:xfrm>
        </p:grpSpPr>
        <p:sp>
          <p:nvSpPr>
            <p:cNvPr id="288" name="Google Shape;288;p22"/>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9" name="Google Shape;289;p22"/>
            <p:cNvPicPr preferRelativeResize="0"/>
            <p:nvPr/>
          </p:nvPicPr>
          <p:blipFill>
            <a:blip r:embed="rId2">
              <a:alphaModFix/>
            </a:blip>
            <a:stretch>
              <a:fillRect/>
            </a:stretch>
          </p:blipFill>
          <p:spPr>
            <a:xfrm>
              <a:off x="8933375" y="62875"/>
              <a:ext cx="143400" cy="129650"/>
            </a:xfrm>
            <a:prstGeom prst="rect">
              <a:avLst/>
            </a:prstGeom>
            <a:noFill/>
            <a:ln>
              <a:noFill/>
            </a:ln>
          </p:spPr>
        </p:pic>
      </p:grpSp>
      <p:grpSp>
        <p:nvGrpSpPr>
          <p:cNvPr id="290" name="Google Shape;290;p22"/>
          <p:cNvGrpSpPr/>
          <p:nvPr/>
        </p:nvGrpSpPr>
        <p:grpSpPr>
          <a:xfrm>
            <a:off x="2551993" y="1434675"/>
            <a:ext cx="1941944" cy="3300275"/>
            <a:chOff x="2513338" y="1434675"/>
            <a:chExt cx="1941944" cy="3300275"/>
          </a:xfrm>
        </p:grpSpPr>
        <p:sp>
          <p:nvSpPr>
            <p:cNvPr id="291" name="Google Shape;291;p22"/>
            <p:cNvSpPr txBox="1"/>
            <p:nvPr/>
          </p:nvSpPr>
          <p:spPr>
            <a:xfrm>
              <a:off x="2555382" y="1918250"/>
              <a:ext cx="1899900" cy="2816700"/>
            </a:xfrm>
            <a:prstGeom prst="rect">
              <a:avLst/>
            </a:prstGeom>
            <a:solidFill>
              <a:srgbClr val="F8F9F9"/>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0000"/>
                  </a:solidFill>
                  <a:latin typeface="Lexend Light"/>
                  <a:ea typeface="Lexend Light"/>
                  <a:cs typeface="Lexend Light"/>
                  <a:sym typeface="Lexend Light"/>
                </a:rPr>
                <a:t>Identify business opportunities and release value early with strategic design thinking and user research to inform your product strategy.</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rPr lang="en-GB" sz="1000">
                  <a:solidFill>
                    <a:srgbClr val="000000"/>
                  </a:solidFill>
                  <a:latin typeface="Lexend Light"/>
                  <a:ea typeface="Lexend Light"/>
                  <a:cs typeface="Lexend Light"/>
                  <a:sym typeface="Lexend Light"/>
                </a:rPr>
                <a:t>Our expertise covers user research, UX design, service design, content design, experimentation, design systems and digital product strategy.</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latin typeface="Lexend"/>
                <a:ea typeface="Lexend"/>
                <a:cs typeface="Lexend"/>
                <a:sym typeface="Lexend"/>
              </a:endParaRPr>
            </a:p>
            <a:p>
              <a:pPr indent="0" lvl="0" marL="0" rtl="0" algn="l">
                <a:lnSpc>
                  <a:spcPct val="115000"/>
                </a:lnSpc>
                <a:spcBef>
                  <a:spcPts val="0"/>
                </a:spcBef>
                <a:spcAft>
                  <a:spcPts val="0"/>
                </a:spcAft>
                <a:buNone/>
              </a:pPr>
              <a:r>
                <a:t/>
              </a:r>
              <a:endParaRPr sz="1000">
                <a:solidFill>
                  <a:srgbClr val="000000"/>
                </a:solidFill>
                <a:latin typeface="Lexend"/>
                <a:ea typeface="Lexend"/>
                <a:cs typeface="Lexend"/>
                <a:sym typeface="Lexend"/>
              </a:endParaRPr>
            </a:p>
          </p:txBody>
        </p:sp>
        <p:sp>
          <p:nvSpPr>
            <p:cNvPr id="292" name="Google Shape;292;p22"/>
            <p:cNvSpPr txBox="1"/>
            <p:nvPr/>
          </p:nvSpPr>
          <p:spPr>
            <a:xfrm>
              <a:off x="2555375" y="1882250"/>
              <a:ext cx="1899900" cy="36000"/>
            </a:xfrm>
            <a:prstGeom prst="rect">
              <a:avLst/>
            </a:prstGeom>
            <a:solidFill>
              <a:srgbClr val="1A547E"/>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Lexend"/>
                <a:buNone/>
              </a:pPr>
              <a:r>
                <a:t/>
              </a:r>
              <a:endParaRPr i="0" sz="1350" u="none" cap="none" strike="noStrike">
                <a:solidFill>
                  <a:srgbClr val="FFFFFF"/>
                </a:solidFill>
                <a:latin typeface="Lexend Medium"/>
                <a:ea typeface="Lexend Medium"/>
                <a:cs typeface="Lexend Medium"/>
                <a:sym typeface="Lexend Medium"/>
              </a:endParaRPr>
            </a:p>
          </p:txBody>
        </p:sp>
        <p:sp>
          <p:nvSpPr>
            <p:cNvPr id="293" name="Google Shape;293;p22"/>
            <p:cNvSpPr txBox="1"/>
            <p:nvPr/>
          </p:nvSpPr>
          <p:spPr>
            <a:xfrm>
              <a:off x="2513338" y="1434675"/>
              <a:ext cx="1637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Lexend"/>
                <a:buNone/>
              </a:pPr>
              <a:r>
                <a:rPr lang="en-GB" sz="1800">
                  <a:solidFill>
                    <a:srgbClr val="19557E"/>
                  </a:solidFill>
                  <a:latin typeface="Lexend"/>
                  <a:ea typeface="Lexend"/>
                  <a:cs typeface="Lexend"/>
                  <a:sym typeface="Lexend"/>
                </a:rPr>
                <a:t>Design</a:t>
              </a:r>
              <a:endParaRPr i="0" sz="1650" u="none" cap="none" strike="noStrike">
                <a:solidFill>
                  <a:srgbClr val="19557E"/>
                </a:solidFill>
                <a:latin typeface="Lexend"/>
                <a:ea typeface="Lexend"/>
                <a:cs typeface="Lexend"/>
                <a:sym typeface="Lexend"/>
              </a:endParaRPr>
            </a:p>
          </p:txBody>
        </p:sp>
      </p:grpSp>
      <p:grpSp>
        <p:nvGrpSpPr>
          <p:cNvPr id="294" name="Google Shape;294;p22"/>
          <p:cNvGrpSpPr/>
          <p:nvPr/>
        </p:nvGrpSpPr>
        <p:grpSpPr>
          <a:xfrm>
            <a:off x="443238" y="1434675"/>
            <a:ext cx="1957450" cy="3300287"/>
            <a:chOff x="443238" y="1434675"/>
            <a:chExt cx="1957450" cy="3300287"/>
          </a:xfrm>
        </p:grpSpPr>
        <p:sp>
          <p:nvSpPr>
            <p:cNvPr id="295" name="Google Shape;295;p22"/>
            <p:cNvSpPr txBox="1"/>
            <p:nvPr/>
          </p:nvSpPr>
          <p:spPr>
            <a:xfrm>
              <a:off x="500788" y="1918262"/>
              <a:ext cx="1899900" cy="2816700"/>
            </a:xfrm>
            <a:prstGeom prst="rect">
              <a:avLst/>
            </a:prstGeom>
            <a:solidFill>
              <a:srgbClr val="F8F9F9"/>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0000"/>
                  </a:solidFill>
                  <a:latin typeface="Lexend Light"/>
                  <a:ea typeface="Lexend Light"/>
                  <a:cs typeface="Lexend Light"/>
                  <a:sym typeface="Lexend Light"/>
                </a:rPr>
                <a:t>Generate more valuable insights, reduce time to operation and empower your organisation with reliable data available on demand. </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rPr lang="en-GB" sz="1000">
                  <a:solidFill>
                    <a:srgbClr val="000000"/>
                  </a:solidFill>
                  <a:latin typeface="Lexend Light"/>
                  <a:ea typeface="Lexend Light"/>
                  <a:cs typeface="Lexend Light"/>
                  <a:sym typeface="Lexend Light"/>
                </a:rPr>
                <a:t>We apply data engineering, data pipelines, MLOps and AI to improve the quality of data that flows through your business to drive better, actionable insights.</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latin typeface="Lexend"/>
                <a:ea typeface="Lexend"/>
                <a:cs typeface="Lexend"/>
                <a:sym typeface="Lexend"/>
              </a:endParaRPr>
            </a:p>
            <a:p>
              <a:pPr indent="0" lvl="0" marL="0" rtl="0" algn="l">
                <a:lnSpc>
                  <a:spcPct val="115000"/>
                </a:lnSpc>
                <a:spcBef>
                  <a:spcPts val="0"/>
                </a:spcBef>
                <a:spcAft>
                  <a:spcPts val="0"/>
                </a:spcAft>
                <a:buNone/>
              </a:pPr>
              <a:r>
                <a:t/>
              </a:r>
              <a:endParaRPr sz="1000">
                <a:latin typeface="Lexend"/>
                <a:ea typeface="Lexend"/>
                <a:cs typeface="Lexend"/>
                <a:sym typeface="Lexend"/>
              </a:endParaRPr>
            </a:p>
          </p:txBody>
        </p:sp>
        <p:sp>
          <p:nvSpPr>
            <p:cNvPr id="296" name="Google Shape;296;p22"/>
            <p:cNvSpPr txBox="1"/>
            <p:nvPr/>
          </p:nvSpPr>
          <p:spPr>
            <a:xfrm>
              <a:off x="500788" y="1882250"/>
              <a:ext cx="1899900" cy="36000"/>
            </a:xfrm>
            <a:prstGeom prst="rect">
              <a:avLst/>
            </a:prstGeom>
            <a:solidFill>
              <a:srgbClr val="1795D4"/>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Lexend"/>
                <a:buNone/>
              </a:pPr>
              <a:r>
                <a:t/>
              </a:r>
              <a:endParaRPr i="0" sz="1350" u="none" cap="none" strike="noStrike">
                <a:solidFill>
                  <a:srgbClr val="FFFFFF"/>
                </a:solidFill>
                <a:latin typeface="Lexend Medium"/>
                <a:ea typeface="Lexend Medium"/>
                <a:cs typeface="Lexend Medium"/>
                <a:sym typeface="Lexend Medium"/>
              </a:endParaRPr>
            </a:p>
          </p:txBody>
        </p:sp>
        <p:sp>
          <p:nvSpPr>
            <p:cNvPr id="297" name="Google Shape;297;p22"/>
            <p:cNvSpPr txBox="1"/>
            <p:nvPr/>
          </p:nvSpPr>
          <p:spPr>
            <a:xfrm>
              <a:off x="443238" y="1434675"/>
              <a:ext cx="1728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Lexend"/>
                <a:buNone/>
              </a:pPr>
              <a:r>
                <a:rPr lang="en-GB" sz="1800">
                  <a:solidFill>
                    <a:srgbClr val="19557E"/>
                  </a:solidFill>
                  <a:latin typeface="Lexend"/>
                  <a:ea typeface="Lexend"/>
                  <a:cs typeface="Lexend"/>
                  <a:sym typeface="Lexend"/>
                </a:rPr>
                <a:t>Data &amp; AI</a:t>
              </a:r>
              <a:endParaRPr i="0" sz="1650" u="none" cap="none" strike="noStrike">
                <a:solidFill>
                  <a:srgbClr val="19557E"/>
                </a:solidFill>
                <a:latin typeface="Lexend"/>
                <a:ea typeface="Lexend"/>
                <a:cs typeface="Lexend"/>
                <a:sym typeface="Lexend"/>
              </a:endParaRPr>
            </a:p>
          </p:txBody>
        </p:sp>
      </p:grpSp>
      <p:grpSp>
        <p:nvGrpSpPr>
          <p:cNvPr id="298" name="Google Shape;298;p22"/>
          <p:cNvGrpSpPr/>
          <p:nvPr/>
        </p:nvGrpSpPr>
        <p:grpSpPr>
          <a:xfrm>
            <a:off x="6774963" y="1434675"/>
            <a:ext cx="1941901" cy="3300275"/>
            <a:chOff x="6622563" y="1434675"/>
            <a:chExt cx="1941901" cy="3300275"/>
          </a:xfrm>
        </p:grpSpPr>
        <p:sp>
          <p:nvSpPr>
            <p:cNvPr id="299" name="Google Shape;299;p22"/>
            <p:cNvSpPr txBox="1"/>
            <p:nvPr/>
          </p:nvSpPr>
          <p:spPr>
            <a:xfrm>
              <a:off x="6622563" y="1918250"/>
              <a:ext cx="1899900" cy="2816700"/>
            </a:xfrm>
            <a:prstGeom prst="rect">
              <a:avLst/>
            </a:prstGeom>
            <a:solidFill>
              <a:srgbClr val="F8F9F9"/>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0000"/>
                  </a:solidFill>
                  <a:latin typeface="Lexend Light"/>
                  <a:ea typeface="Lexend Light"/>
                  <a:cs typeface="Lexend Light"/>
                  <a:sym typeface="Lexend Light"/>
                </a:rPr>
                <a:t>Accelerate delivery and reduce total cost of ownership as you scale to tens or hundreds of digital delivery teams.</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rPr lang="en-GB" sz="1000">
                  <a:solidFill>
                    <a:srgbClr val="000000"/>
                  </a:solidFill>
                  <a:latin typeface="Lexend Light"/>
                  <a:ea typeface="Lexend Light"/>
                  <a:cs typeface="Lexend Light"/>
                  <a:sym typeface="Lexend Light"/>
                </a:rPr>
                <a:t>We build and optimise your capabilities to enable build/run engineering teams to be responsive, adaptable and scale (up or down) based on the required pace of change. </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latin typeface="Lexend"/>
                <a:ea typeface="Lexend"/>
                <a:cs typeface="Lexend"/>
                <a:sym typeface="Lexend"/>
              </a:endParaRPr>
            </a:p>
            <a:p>
              <a:pPr indent="0" lvl="0" marL="0" rtl="0" algn="l">
                <a:lnSpc>
                  <a:spcPct val="115000"/>
                </a:lnSpc>
                <a:spcBef>
                  <a:spcPts val="0"/>
                </a:spcBef>
                <a:spcAft>
                  <a:spcPts val="0"/>
                </a:spcAft>
                <a:buNone/>
              </a:pPr>
              <a:r>
                <a:t/>
              </a:r>
              <a:endParaRPr sz="1000">
                <a:solidFill>
                  <a:srgbClr val="000000"/>
                </a:solidFill>
                <a:latin typeface="Lexend"/>
                <a:ea typeface="Lexend"/>
                <a:cs typeface="Lexend"/>
                <a:sym typeface="Lexend"/>
              </a:endParaRPr>
            </a:p>
          </p:txBody>
        </p:sp>
        <p:sp>
          <p:nvSpPr>
            <p:cNvPr id="300" name="Google Shape;300;p22"/>
            <p:cNvSpPr txBox="1"/>
            <p:nvPr/>
          </p:nvSpPr>
          <p:spPr>
            <a:xfrm>
              <a:off x="6664564" y="1882250"/>
              <a:ext cx="1899900" cy="36000"/>
            </a:xfrm>
            <a:prstGeom prst="rect">
              <a:avLst/>
            </a:prstGeom>
            <a:solidFill>
              <a:srgbClr val="FF7822"/>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Lexend"/>
                <a:buNone/>
              </a:pPr>
              <a:r>
                <a:t/>
              </a:r>
              <a:endParaRPr i="0" sz="1350" u="none" cap="none" strike="noStrike">
                <a:solidFill>
                  <a:srgbClr val="FFFFFF"/>
                </a:solidFill>
                <a:latin typeface="Lexend Medium"/>
                <a:ea typeface="Lexend Medium"/>
                <a:cs typeface="Lexend Medium"/>
                <a:sym typeface="Lexend Medium"/>
              </a:endParaRPr>
            </a:p>
          </p:txBody>
        </p:sp>
        <p:sp>
          <p:nvSpPr>
            <p:cNvPr id="301" name="Google Shape;301;p22"/>
            <p:cNvSpPr txBox="1"/>
            <p:nvPr/>
          </p:nvSpPr>
          <p:spPr>
            <a:xfrm>
              <a:off x="6622563" y="1434675"/>
              <a:ext cx="1637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Lexend"/>
                <a:buNone/>
              </a:pPr>
              <a:r>
                <a:rPr lang="en-GB" sz="1800">
                  <a:solidFill>
                    <a:srgbClr val="19557E"/>
                  </a:solidFill>
                  <a:latin typeface="Lexend"/>
                  <a:ea typeface="Lexend"/>
                  <a:cs typeface="Lexend"/>
                  <a:sym typeface="Lexend"/>
                </a:rPr>
                <a:t>Scale</a:t>
              </a:r>
              <a:endParaRPr i="0" sz="1650" u="none" cap="none" strike="noStrike">
                <a:solidFill>
                  <a:srgbClr val="19557E"/>
                </a:solidFill>
                <a:latin typeface="Lexend"/>
                <a:ea typeface="Lexend"/>
                <a:cs typeface="Lexend"/>
                <a:sym typeface="Lexend"/>
              </a:endParaRPr>
            </a:p>
          </p:txBody>
        </p:sp>
      </p:grpSp>
      <p:grpSp>
        <p:nvGrpSpPr>
          <p:cNvPr id="302" name="Google Shape;302;p22"/>
          <p:cNvGrpSpPr/>
          <p:nvPr/>
        </p:nvGrpSpPr>
        <p:grpSpPr>
          <a:xfrm>
            <a:off x="4645242" y="1434675"/>
            <a:ext cx="1978417" cy="3300275"/>
            <a:chOff x="4531463" y="1434675"/>
            <a:chExt cx="1978417" cy="3300275"/>
          </a:xfrm>
        </p:grpSpPr>
        <p:sp>
          <p:nvSpPr>
            <p:cNvPr id="303" name="Google Shape;303;p22"/>
            <p:cNvSpPr txBox="1"/>
            <p:nvPr/>
          </p:nvSpPr>
          <p:spPr>
            <a:xfrm>
              <a:off x="4609980" y="1918250"/>
              <a:ext cx="1899900" cy="2816700"/>
            </a:xfrm>
            <a:prstGeom prst="rect">
              <a:avLst/>
            </a:prstGeom>
            <a:solidFill>
              <a:srgbClr val="F8F9F9"/>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0000"/>
                  </a:solidFill>
                  <a:latin typeface="Lexend Light"/>
                  <a:ea typeface="Lexend Light"/>
                  <a:cs typeface="Lexend Light"/>
                  <a:sym typeface="Lexend Light"/>
                </a:rPr>
                <a:t>Increase the pace of innovation, embrace security and build operability by embedding modern software engineering practices. </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rPr lang="en-GB" sz="1000">
                  <a:solidFill>
                    <a:srgbClr val="000000"/>
                  </a:solidFill>
                  <a:latin typeface="Lexend Light"/>
                  <a:ea typeface="Lexend Light"/>
                  <a:cs typeface="Lexend Light"/>
                  <a:sym typeface="Lexend Light"/>
                </a:rPr>
                <a:t>We deliver high quality digital platforms, products and services with expertise in architecture, product delivery, engineering, quality assurance, security and operability.</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latin typeface="Lexend"/>
                <a:ea typeface="Lexend"/>
                <a:cs typeface="Lexend"/>
                <a:sym typeface="Lexend"/>
              </a:endParaRPr>
            </a:p>
          </p:txBody>
        </p:sp>
        <p:sp>
          <p:nvSpPr>
            <p:cNvPr id="304" name="Google Shape;304;p22"/>
            <p:cNvSpPr txBox="1"/>
            <p:nvPr/>
          </p:nvSpPr>
          <p:spPr>
            <a:xfrm>
              <a:off x="4609977" y="1882250"/>
              <a:ext cx="1899900" cy="36000"/>
            </a:xfrm>
            <a:prstGeom prst="rect">
              <a:avLst/>
            </a:prstGeom>
            <a:solidFill>
              <a:srgbClr val="3CC0B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Lexend"/>
                <a:buNone/>
              </a:pPr>
              <a:r>
                <a:t/>
              </a:r>
              <a:endParaRPr i="0" sz="1350" u="none" cap="none" strike="noStrike">
                <a:solidFill>
                  <a:srgbClr val="FFFFFF"/>
                </a:solidFill>
                <a:latin typeface="Lexend Medium"/>
                <a:ea typeface="Lexend Medium"/>
                <a:cs typeface="Lexend Medium"/>
                <a:sym typeface="Lexend Medium"/>
              </a:endParaRPr>
            </a:p>
          </p:txBody>
        </p:sp>
        <p:sp>
          <p:nvSpPr>
            <p:cNvPr id="305" name="Google Shape;305;p22"/>
            <p:cNvSpPr txBox="1"/>
            <p:nvPr/>
          </p:nvSpPr>
          <p:spPr>
            <a:xfrm>
              <a:off x="4531463" y="1434675"/>
              <a:ext cx="1521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Lexend"/>
                <a:buNone/>
              </a:pPr>
              <a:r>
                <a:rPr lang="en-GB" sz="1800">
                  <a:solidFill>
                    <a:srgbClr val="19557E"/>
                  </a:solidFill>
                  <a:latin typeface="Lexend"/>
                  <a:ea typeface="Lexend"/>
                  <a:cs typeface="Lexend"/>
                  <a:sym typeface="Lexend"/>
                </a:rPr>
                <a:t>Deliver</a:t>
              </a:r>
              <a:endParaRPr i="0" sz="1650" u="none" cap="none" strike="noStrike">
                <a:solidFill>
                  <a:srgbClr val="19557E"/>
                </a:solidFill>
                <a:latin typeface="Lexend"/>
                <a:ea typeface="Lexend"/>
                <a:cs typeface="Lexend"/>
                <a:sym typeface="Lexend"/>
              </a:endParaRPr>
            </a:p>
          </p:txBody>
        </p:sp>
      </p:grpSp>
      <p:sp>
        <p:nvSpPr>
          <p:cNvPr id="306" name="Google Shape;306;p22"/>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307" name="Google Shape;307;p22"/>
          <p:cNvSpPr txBox="1"/>
          <p:nvPr>
            <p:ph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08" name="Google Shape;308;p22"/>
          <p:cNvSpPr txBox="1"/>
          <p:nvPr>
            <p:ph idx="2" type="title"/>
          </p:nvPr>
        </p:nvSpPr>
        <p:spPr>
          <a:xfrm>
            <a:off x="515311" y="779159"/>
            <a:ext cx="45465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e-Services-Dark">
  <p:cSld name="SECTION_HEADER_2_1_1_1">
    <p:spTree>
      <p:nvGrpSpPr>
        <p:cNvPr id="309" name="Shape 309"/>
        <p:cNvGrpSpPr/>
        <p:nvPr/>
      </p:nvGrpSpPr>
      <p:grpSpPr>
        <a:xfrm>
          <a:off x="0" y="0"/>
          <a:ext cx="0" cy="0"/>
          <a:chOff x="0" y="0"/>
          <a:chExt cx="0" cy="0"/>
        </a:xfrm>
      </p:grpSpPr>
      <p:sp>
        <p:nvSpPr>
          <p:cNvPr id="310" name="Google Shape;310;p23"/>
          <p:cNvSpPr/>
          <p:nvPr/>
        </p:nvSpPr>
        <p:spPr>
          <a:xfrm>
            <a:off x="-50" y="50"/>
            <a:ext cx="9144000" cy="5143500"/>
          </a:xfrm>
          <a:prstGeom prst="rect">
            <a:avLst/>
          </a:prstGeom>
          <a:solidFill>
            <a:srgbClr val="21252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11" name="Google Shape;311;p23"/>
          <p:cNvGrpSpPr/>
          <p:nvPr/>
        </p:nvGrpSpPr>
        <p:grpSpPr>
          <a:xfrm>
            <a:off x="-1" y="-19"/>
            <a:ext cx="704286" cy="5143552"/>
            <a:chOff x="360000" y="360000"/>
            <a:chExt cx="446146" cy="3258300"/>
          </a:xfrm>
        </p:grpSpPr>
        <p:sp>
          <p:nvSpPr>
            <p:cNvPr id="312" name="Google Shape;312;p23"/>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3" name="Google Shape;313;p23"/>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4" name="Google Shape;314;p23"/>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315" name="Google Shape;315;p23"/>
          <p:cNvGrpSpPr/>
          <p:nvPr/>
        </p:nvGrpSpPr>
        <p:grpSpPr>
          <a:xfrm>
            <a:off x="8866175" y="25"/>
            <a:ext cx="277800" cy="461700"/>
            <a:chOff x="8866175" y="25"/>
            <a:chExt cx="277800" cy="461700"/>
          </a:xfrm>
        </p:grpSpPr>
        <p:sp>
          <p:nvSpPr>
            <p:cNvPr id="316" name="Google Shape;316;p23"/>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17" name="Google Shape;317;p23"/>
            <p:cNvPicPr preferRelativeResize="0"/>
            <p:nvPr/>
          </p:nvPicPr>
          <p:blipFill>
            <a:blip r:embed="rId2">
              <a:alphaModFix/>
            </a:blip>
            <a:stretch>
              <a:fillRect/>
            </a:stretch>
          </p:blipFill>
          <p:spPr>
            <a:xfrm>
              <a:off x="8933375" y="62875"/>
              <a:ext cx="143400" cy="129650"/>
            </a:xfrm>
            <a:prstGeom prst="rect">
              <a:avLst/>
            </a:prstGeom>
            <a:noFill/>
            <a:ln>
              <a:noFill/>
            </a:ln>
          </p:spPr>
        </p:pic>
      </p:grpSp>
      <p:grpSp>
        <p:nvGrpSpPr>
          <p:cNvPr id="318" name="Google Shape;318;p23"/>
          <p:cNvGrpSpPr/>
          <p:nvPr/>
        </p:nvGrpSpPr>
        <p:grpSpPr>
          <a:xfrm>
            <a:off x="2560955" y="1434675"/>
            <a:ext cx="1941944" cy="3300275"/>
            <a:chOff x="2522303" y="1434675"/>
            <a:chExt cx="1941944" cy="3300275"/>
          </a:xfrm>
        </p:grpSpPr>
        <p:sp>
          <p:nvSpPr>
            <p:cNvPr id="319" name="Google Shape;319;p23"/>
            <p:cNvSpPr txBox="1"/>
            <p:nvPr/>
          </p:nvSpPr>
          <p:spPr>
            <a:xfrm>
              <a:off x="2564347" y="1918250"/>
              <a:ext cx="1899900" cy="2816700"/>
            </a:xfrm>
            <a:prstGeom prst="rect">
              <a:avLst/>
            </a:prstGeom>
            <a:solidFill>
              <a:srgbClr val="F8F9F9"/>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0000"/>
                  </a:solidFill>
                  <a:latin typeface="Lexend Light"/>
                  <a:ea typeface="Lexend Light"/>
                  <a:cs typeface="Lexend Light"/>
                  <a:sym typeface="Lexend Light"/>
                </a:rPr>
                <a:t>Identify business opportunities and release value early with strategic design thinking and user research to inform your product strategy.</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rPr lang="en-GB" sz="1000">
                  <a:solidFill>
                    <a:srgbClr val="000000"/>
                  </a:solidFill>
                  <a:latin typeface="Lexend Light"/>
                  <a:ea typeface="Lexend Light"/>
                  <a:cs typeface="Lexend Light"/>
                  <a:sym typeface="Lexend Light"/>
                </a:rPr>
                <a:t>Our expertise covers user research, UX design, service design, content design, experimentation, design systems and digital product strategy.</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latin typeface="Lexend"/>
                <a:ea typeface="Lexend"/>
                <a:cs typeface="Lexend"/>
                <a:sym typeface="Lexend"/>
              </a:endParaRPr>
            </a:p>
            <a:p>
              <a:pPr indent="0" lvl="0" marL="0" rtl="0" algn="l">
                <a:lnSpc>
                  <a:spcPct val="115000"/>
                </a:lnSpc>
                <a:spcBef>
                  <a:spcPts val="0"/>
                </a:spcBef>
                <a:spcAft>
                  <a:spcPts val="0"/>
                </a:spcAft>
                <a:buNone/>
              </a:pPr>
              <a:r>
                <a:t/>
              </a:r>
              <a:endParaRPr sz="1000">
                <a:solidFill>
                  <a:srgbClr val="000000"/>
                </a:solidFill>
                <a:latin typeface="Lexend"/>
                <a:ea typeface="Lexend"/>
                <a:cs typeface="Lexend"/>
                <a:sym typeface="Lexend"/>
              </a:endParaRPr>
            </a:p>
          </p:txBody>
        </p:sp>
        <p:sp>
          <p:nvSpPr>
            <p:cNvPr id="320" name="Google Shape;320;p23"/>
            <p:cNvSpPr txBox="1"/>
            <p:nvPr/>
          </p:nvSpPr>
          <p:spPr>
            <a:xfrm>
              <a:off x="2564340" y="1882250"/>
              <a:ext cx="1899900" cy="36000"/>
            </a:xfrm>
            <a:prstGeom prst="rect">
              <a:avLst/>
            </a:prstGeom>
            <a:solidFill>
              <a:srgbClr val="1A547E"/>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Lexend"/>
                <a:buNone/>
              </a:pPr>
              <a:r>
                <a:t/>
              </a:r>
              <a:endParaRPr i="0" sz="1350" u="none" cap="none" strike="noStrike">
                <a:solidFill>
                  <a:srgbClr val="FFFFFF"/>
                </a:solidFill>
                <a:latin typeface="Lexend Medium"/>
                <a:ea typeface="Lexend Medium"/>
                <a:cs typeface="Lexend Medium"/>
                <a:sym typeface="Lexend Medium"/>
              </a:endParaRPr>
            </a:p>
          </p:txBody>
        </p:sp>
        <p:sp>
          <p:nvSpPr>
            <p:cNvPr id="321" name="Google Shape;321;p23"/>
            <p:cNvSpPr txBox="1"/>
            <p:nvPr/>
          </p:nvSpPr>
          <p:spPr>
            <a:xfrm>
              <a:off x="2522303" y="1434675"/>
              <a:ext cx="1637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Lexend"/>
                <a:buNone/>
              </a:pPr>
              <a:r>
                <a:rPr lang="en-GB" sz="1800">
                  <a:solidFill>
                    <a:schemeClr val="lt1"/>
                  </a:solidFill>
                  <a:latin typeface="Lexend"/>
                  <a:ea typeface="Lexend"/>
                  <a:cs typeface="Lexend"/>
                  <a:sym typeface="Lexend"/>
                </a:rPr>
                <a:t>Design</a:t>
              </a:r>
              <a:endParaRPr i="0" sz="1650" u="none" cap="none" strike="noStrike">
                <a:solidFill>
                  <a:schemeClr val="lt1"/>
                </a:solidFill>
                <a:latin typeface="Lexend"/>
                <a:ea typeface="Lexend"/>
                <a:cs typeface="Lexend"/>
                <a:sym typeface="Lexend"/>
              </a:endParaRPr>
            </a:p>
          </p:txBody>
        </p:sp>
      </p:grpSp>
      <p:grpSp>
        <p:nvGrpSpPr>
          <p:cNvPr id="322" name="Google Shape;322;p23"/>
          <p:cNvGrpSpPr/>
          <p:nvPr/>
        </p:nvGrpSpPr>
        <p:grpSpPr>
          <a:xfrm>
            <a:off x="452203" y="1434675"/>
            <a:ext cx="1957450" cy="3300287"/>
            <a:chOff x="452203" y="1434675"/>
            <a:chExt cx="1957450" cy="3300287"/>
          </a:xfrm>
        </p:grpSpPr>
        <p:sp>
          <p:nvSpPr>
            <p:cNvPr id="323" name="Google Shape;323;p23"/>
            <p:cNvSpPr txBox="1"/>
            <p:nvPr/>
          </p:nvSpPr>
          <p:spPr>
            <a:xfrm>
              <a:off x="509753" y="1918262"/>
              <a:ext cx="1899900" cy="2816700"/>
            </a:xfrm>
            <a:prstGeom prst="rect">
              <a:avLst/>
            </a:prstGeom>
            <a:solidFill>
              <a:srgbClr val="F8F9F9"/>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0000"/>
                  </a:solidFill>
                  <a:latin typeface="Lexend Light"/>
                  <a:ea typeface="Lexend Light"/>
                  <a:cs typeface="Lexend Light"/>
                  <a:sym typeface="Lexend Light"/>
                </a:rPr>
                <a:t>Generate more valuable insights, reduce time to operation and empower your organisation with reliable data available on demand. </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rPr lang="en-GB" sz="1000">
                  <a:solidFill>
                    <a:srgbClr val="000000"/>
                  </a:solidFill>
                  <a:latin typeface="Lexend Light"/>
                  <a:ea typeface="Lexend Light"/>
                  <a:cs typeface="Lexend Light"/>
                  <a:sym typeface="Lexend Light"/>
                </a:rPr>
                <a:t>We apply data engineering, data pipelines, MLOps and AI to improve the quality of data that flows through your business to drive better, actionable insights.</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latin typeface="Lexend"/>
                <a:ea typeface="Lexend"/>
                <a:cs typeface="Lexend"/>
                <a:sym typeface="Lexend"/>
              </a:endParaRPr>
            </a:p>
            <a:p>
              <a:pPr indent="0" lvl="0" marL="0" rtl="0" algn="l">
                <a:lnSpc>
                  <a:spcPct val="115000"/>
                </a:lnSpc>
                <a:spcBef>
                  <a:spcPts val="0"/>
                </a:spcBef>
                <a:spcAft>
                  <a:spcPts val="0"/>
                </a:spcAft>
                <a:buNone/>
              </a:pPr>
              <a:r>
                <a:t/>
              </a:r>
              <a:endParaRPr sz="1000">
                <a:latin typeface="Lexend"/>
                <a:ea typeface="Lexend"/>
                <a:cs typeface="Lexend"/>
                <a:sym typeface="Lexend"/>
              </a:endParaRPr>
            </a:p>
          </p:txBody>
        </p:sp>
        <p:sp>
          <p:nvSpPr>
            <p:cNvPr id="324" name="Google Shape;324;p23"/>
            <p:cNvSpPr txBox="1"/>
            <p:nvPr/>
          </p:nvSpPr>
          <p:spPr>
            <a:xfrm>
              <a:off x="509753" y="1882250"/>
              <a:ext cx="1899900" cy="36000"/>
            </a:xfrm>
            <a:prstGeom prst="rect">
              <a:avLst/>
            </a:prstGeom>
            <a:solidFill>
              <a:srgbClr val="1795D4"/>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Lexend"/>
                <a:buNone/>
              </a:pPr>
              <a:r>
                <a:t/>
              </a:r>
              <a:endParaRPr i="0" sz="1350" u="none" cap="none" strike="noStrike">
                <a:solidFill>
                  <a:srgbClr val="FFFFFF"/>
                </a:solidFill>
                <a:latin typeface="Lexend Medium"/>
                <a:ea typeface="Lexend Medium"/>
                <a:cs typeface="Lexend Medium"/>
                <a:sym typeface="Lexend Medium"/>
              </a:endParaRPr>
            </a:p>
          </p:txBody>
        </p:sp>
        <p:sp>
          <p:nvSpPr>
            <p:cNvPr id="325" name="Google Shape;325;p23"/>
            <p:cNvSpPr txBox="1"/>
            <p:nvPr/>
          </p:nvSpPr>
          <p:spPr>
            <a:xfrm>
              <a:off x="452203" y="1434675"/>
              <a:ext cx="1728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Lexend"/>
                <a:buNone/>
              </a:pPr>
              <a:r>
                <a:rPr lang="en-GB" sz="1800">
                  <a:solidFill>
                    <a:schemeClr val="lt1"/>
                  </a:solidFill>
                  <a:latin typeface="Lexend"/>
                  <a:ea typeface="Lexend"/>
                  <a:cs typeface="Lexend"/>
                  <a:sym typeface="Lexend"/>
                </a:rPr>
                <a:t>Data &amp; AI</a:t>
              </a:r>
              <a:endParaRPr i="0" sz="1650" u="none" cap="none" strike="noStrike">
                <a:solidFill>
                  <a:schemeClr val="lt1"/>
                </a:solidFill>
                <a:latin typeface="Lexend"/>
                <a:ea typeface="Lexend"/>
                <a:cs typeface="Lexend"/>
                <a:sym typeface="Lexend"/>
              </a:endParaRPr>
            </a:p>
          </p:txBody>
        </p:sp>
      </p:grpSp>
      <p:grpSp>
        <p:nvGrpSpPr>
          <p:cNvPr id="326" name="Google Shape;326;p23"/>
          <p:cNvGrpSpPr/>
          <p:nvPr/>
        </p:nvGrpSpPr>
        <p:grpSpPr>
          <a:xfrm>
            <a:off x="6783928" y="1434675"/>
            <a:ext cx="1941901" cy="3300275"/>
            <a:chOff x="6631528" y="1434675"/>
            <a:chExt cx="1941901" cy="3300275"/>
          </a:xfrm>
        </p:grpSpPr>
        <p:sp>
          <p:nvSpPr>
            <p:cNvPr id="327" name="Google Shape;327;p23"/>
            <p:cNvSpPr txBox="1"/>
            <p:nvPr/>
          </p:nvSpPr>
          <p:spPr>
            <a:xfrm>
              <a:off x="6673528" y="1918250"/>
              <a:ext cx="1899900" cy="2816700"/>
            </a:xfrm>
            <a:prstGeom prst="rect">
              <a:avLst/>
            </a:prstGeom>
            <a:solidFill>
              <a:srgbClr val="F8F9F9"/>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0000"/>
                  </a:solidFill>
                  <a:latin typeface="Lexend Light"/>
                  <a:ea typeface="Lexend Light"/>
                  <a:cs typeface="Lexend Light"/>
                  <a:sym typeface="Lexend Light"/>
                </a:rPr>
                <a:t>Accelerate delivery and reduce total cost of ownership as you scale to tens or hundreds of digital delivery teams.</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rPr lang="en-GB" sz="1000">
                  <a:solidFill>
                    <a:srgbClr val="000000"/>
                  </a:solidFill>
                  <a:latin typeface="Lexend Light"/>
                  <a:ea typeface="Lexend Light"/>
                  <a:cs typeface="Lexend Light"/>
                  <a:sym typeface="Lexend Light"/>
                </a:rPr>
                <a:t>We build and optimise your capabilities to enable build/run engineering teams to be responsive, adaptable and scale (up or down) based on the required pace of change. </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latin typeface="Lexend"/>
                <a:ea typeface="Lexend"/>
                <a:cs typeface="Lexend"/>
                <a:sym typeface="Lexend"/>
              </a:endParaRPr>
            </a:p>
            <a:p>
              <a:pPr indent="0" lvl="0" marL="0" rtl="0" algn="l">
                <a:lnSpc>
                  <a:spcPct val="115000"/>
                </a:lnSpc>
                <a:spcBef>
                  <a:spcPts val="0"/>
                </a:spcBef>
                <a:spcAft>
                  <a:spcPts val="0"/>
                </a:spcAft>
                <a:buNone/>
              </a:pPr>
              <a:r>
                <a:t/>
              </a:r>
              <a:endParaRPr sz="1000">
                <a:solidFill>
                  <a:srgbClr val="000000"/>
                </a:solidFill>
                <a:latin typeface="Lexend"/>
                <a:ea typeface="Lexend"/>
                <a:cs typeface="Lexend"/>
                <a:sym typeface="Lexend"/>
              </a:endParaRPr>
            </a:p>
          </p:txBody>
        </p:sp>
        <p:sp>
          <p:nvSpPr>
            <p:cNvPr id="328" name="Google Shape;328;p23"/>
            <p:cNvSpPr txBox="1"/>
            <p:nvPr/>
          </p:nvSpPr>
          <p:spPr>
            <a:xfrm>
              <a:off x="6673529" y="1882250"/>
              <a:ext cx="1899900" cy="36000"/>
            </a:xfrm>
            <a:prstGeom prst="rect">
              <a:avLst/>
            </a:prstGeom>
            <a:solidFill>
              <a:srgbClr val="FF7822"/>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Lexend"/>
                <a:buNone/>
              </a:pPr>
              <a:r>
                <a:t/>
              </a:r>
              <a:endParaRPr i="0" sz="1350" u="none" cap="none" strike="noStrike">
                <a:solidFill>
                  <a:srgbClr val="FFFFFF"/>
                </a:solidFill>
                <a:latin typeface="Lexend Medium"/>
                <a:ea typeface="Lexend Medium"/>
                <a:cs typeface="Lexend Medium"/>
                <a:sym typeface="Lexend Medium"/>
              </a:endParaRPr>
            </a:p>
          </p:txBody>
        </p:sp>
        <p:sp>
          <p:nvSpPr>
            <p:cNvPr id="329" name="Google Shape;329;p23"/>
            <p:cNvSpPr txBox="1"/>
            <p:nvPr/>
          </p:nvSpPr>
          <p:spPr>
            <a:xfrm>
              <a:off x="6631528" y="1434675"/>
              <a:ext cx="1637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Lexend"/>
                <a:buNone/>
              </a:pPr>
              <a:r>
                <a:rPr lang="en-GB" sz="1800">
                  <a:solidFill>
                    <a:schemeClr val="lt1"/>
                  </a:solidFill>
                  <a:latin typeface="Lexend"/>
                  <a:ea typeface="Lexend"/>
                  <a:cs typeface="Lexend"/>
                  <a:sym typeface="Lexend"/>
                </a:rPr>
                <a:t>Scale</a:t>
              </a:r>
              <a:endParaRPr i="0" sz="1650" u="none" cap="none" strike="noStrike">
                <a:solidFill>
                  <a:schemeClr val="lt1"/>
                </a:solidFill>
                <a:latin typeface="Lexend"/>
                <a:ea typeface="Lexend"/>
                <a:cs typeface="Lexend"/>
                <a:sym typeface="Lexend"/>
              </a:endParaRPr>
            </a:p>
          </p:txBody>
        </p:sp>
      </p:grpSp>
      <p:grpSp>
        <p:nvGrpSpPr>
          <p:cNvPr id="330" name="Google Shape;330;p23"/>
          <p:cNvGrpSpPr/>
          <p:nvPr/>
        </p:nvGrpSpPr>
        <p:grpSpPr>
          <a:xfrm>
            <a:off x="4654201" y="1434675"/>
            <a:ext cx="1978425" cy="3300275"/>
            <a:chOff x="4540428" y="1434675"/>
            <a:chExt cx="1978425" cy="3300275"/>
          </a:xfrm>
        </p:grpSpPr>
        <p:sp>
          <p:nvSpPr>
            <p:cNvPr id="331" name="Google Shape;331;p23"/>
            <p:cNvSpPr txBox="1"/>
            <p:nvPr/>
          </p:nvSpPr>
          <p:spPr>
            <a:xfrm>
              <a:off x="4618953" y="1918250"/>
              <a:ext cx="1899900" cy="2816700"/>
            </a:xfrm>
            <a:prstGeom prst="rect">
              <a:avLst/>
            </a:prstGeom>
            <a:solidFill>
              <a:srgbClr val="F8F9F9"/>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solidFill>
                    <a:srgbClr val="000000"/>
                  </a:solidFill>
                  <a:latin typeface="Lexend Light"/>
                  <a:ea typeface="Lexend Light"/>
                  <a:cs typeface="Lexend Light"/>
                  <a:sym typeface="Lexend Light"/>
                </a:rPr>
                <a:t>Increase the pace of innovation, embrace security and build operability by embedding modern software engineering practices. </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rPr lang="en-GB" sz="1000">
                  <a:solidFill>
                    <a:srgbClr val="000000"/>
                  </a:solidFill>
                  <a:latin typeface="Lexend Light"/>
                  <a:ea typeface="Lexend Light"/>
                  <a:cs typeface="Lexend Light"/>
                  <a:sym typeface="Lexend Light"/>
                </a:rPr>
                <a:t>We deliver high quality digital platforms, products and services with expertise in architecture, product delivery, engineering, quality assurance, security and operability.</a:t>
              </a:r>
              <a:endParaRPr sz="1000">
                <a:solidFill>
                  <a:srgbClr val="000000"/>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latin typeface="Lexend"/>
                <a:ea typeface="Lexend"/>
                <a:cs typeface="Lexend"/>
                <a:sym typeface="Lexend"/>
              </a:endParaRPr>
            </a:p>
          </p:txBody>
        </p:sp>
        <p:sp>
          <p:nvSpPr>
            <p:cNvPr id="332" name="Google Shape;332;p23"/>
            <p:cNvSpPr txBox="1"/>
            <p:nvPr/>
          </p:nvSpPr>
          <p:spPr>
            <a:xfrm>
              <a:off x="4618942" y="1882250"/>
              <a:ext cx="1899900" cy="36000"/>
            </a:xfrm>
            <a:prstGeom prst="rect">
              <a:avLst/>
            </a:prstGeom>
            <a:solidFill>
              <a:srgbClr val="3CC0B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Lexend"/>
                <a:buNone/>
              </a:pPr>
              <a:r>
                <a:t/>
              </a:r>
              <a:endParaRPr i="0" sz="1350" u="none" cap="none" strike="noStrike">
                <a:solidFill>
                  <a:srgbClr val="FFFFFF"/>
                </a:solidFill>
                <a:latin typeface="Lexend Medium"/>
                <a:ea typeface="Lexend Medium"/>
                <a:cs typeface="Lexend Medium"/>
                <a:sym typeface="Lexend Medium"/>
              </a:endParaRPr>
            </a:p>
          </p:txBody>
        </p:sp>
        <p:sp>
          <p:nvSpPr>
            <p:cNvPr id="333" name="Google Shape;333;p23"/>
            <p:cNvSpPr txBox="1"/>
            <p:nvPr/>
          </p:nvSpPr>
          <p:spPr>
            <a:xfrm>
              <a:off x="4540428" y="1434675"/>
              <a:ext cx="1521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Lexend"/>
                <a:buNone/>
              </a:pPr>
              <a:r>
                <a:rPr lang="en-GB" sz="1800">
                  <a:solidFill>
                    <a:schemeClr val="lt1"/>
                  </a:solidFill>
                  <a:latin typeface="Lexend"/>
                  <a:ea typeface="Lexend"/>
                  <a:cs typeface="Lexend"/>
                  <a:sym typeface="Lexend"/>
                </a:rPr>
                <a:t>Deliver</a:t>
              </a:r>
              <a:endParaRPr i="0" sz="1650" u="none" cap="none" strike="noStrike">
                <a:solidFill>
                  <a:schemeClr val="lt1"/>
                </a:solidFill>
                <a:latin typeface="Lexend"/>
                <a:ea typeface="Lexend"/>
                <a:cs typeface="Lexend"/>
                <a:sym typeface="Lexend"/>
              </a:endParaRPr>
            </a:p>
          </p:txBody>
        </p:sp>
      </p:grpSp>
      <p:sp>
        <p:nvSpPr>
          <p:cNvPr id="334" name="Google Shape;334;p23"/>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335" name="Google Shape;335;p23"/>
          <p:cNvSpPr txBox="1"/>
          <p:nvPr>
            <p:ph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36" name="Google Shape;336;p23"/>
          <p:cNvSpPr txBox="1"/>
          <p:nvPr>
            <p:ph idx="2" type="title"/>
          </p:nvPr>
        </p:nvSpPr>
        <p:spPr>
          <a:xfrm>
            <a:off x="515311" y="779159"/>
            <a:ext cx="4546500" cy="39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200"/>
              <a:buFont typeface="Lexend"/>
              <a:buNone/>
              <a:defRPr sz="2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Quotes">
  <p:cSld name="SECTION_HEADER_2_1_1_1_1">
    <p:spTree>
      <p:nvGrpSpPr>
        <p:cNvPr id="337" name="Shape 337"/>
        <p:cNvGrpSpPr/>
        <p:nvPr/>
      </p:nvGrpSpPr>
      <p:grpSpPr>
        <a:xfrm>
          <a:off x="0" y="0"/>
          <a:ext cx="0" cy="0"/>
          <a:chOff x="0" y="0"/>
          <a:chExt cx="0" cy="0"/>
        </a:xfrm>
      </p:grpSpPr>
      <p:sp>
        <p:nvSpPr>
          <p:cNvPr id="338" name="Google Shape;338;p24"/>
          <p:cNvSpPr/>
          <p:nvPr/>
        </p:nvSpPr>
        <p:spPr>
          <a:xfrm>
            <a:off x="-50" y="50"/>
            <a:ext cx="9144000" cy="5143500"/>
          </a:xfrm>
          <a:prstGeom prst="rect">
            <a:avLst/>
          </a:prstGeom>
          <a:solidFill>
            <a:srgbClr val="21252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39" name="Google Shape;339;p24"/>
          <p:cNvGrpSpPr/>
          <p:nvPr/>
        </p:nvGrpSpPr>
        <p:grpSpPr>
          <a:xfrm>
            <a:off x="-1" y="-19"/>
            <a:ext cx="704286" cy="5143552"/>
            <a:chOff x="360000" y="360000"/>
            <a:chExt cx="446146" cy="3258300"/>
          </a:xfrm>
        </p:grpSpPr>
        <p:sp>
          <p:nvSpPr>
            <p:cNvPr id="340" name="Google Shape;340;p24"/>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1" name="Google Shape;341;p24"/>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2" name="Google Shape;342;p24"/>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343" name="Google Shape;343;p24"/>
          <p:cNvGrpSpPr/>
          <p:nvPr/>
        </p:nvGrpSpPr>
        <p:grpSpPr>
          <a:xfrm>
            <a:off x="8866175" y="25"/>
            <a:ext cx="277800" cy="461700"/>
            <a:chOff x="8866175" y="25"/>
            <a:chExt cx="277800" cy="461700"/>
          </a:xfrm>
        </p:grpSpPr>
        <p:sp>
          <p:nvSpPr>
            <p:cNvPr id="344" name="Google Shape;344;p24"/>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5" name="Google Shape;345;p24"/>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346" name="Google Shape;346;p24"/>
          <p:cNvSpPr/>
          <p:nvPr/>
        </p:nvSpPr>
        <p:spPr>
          <a:xfrm>
            <a:off x="4683950" y="1542200"/>
            <a:ext cx="4008300" cy="3046500"/>
          </a:xfrm>
          <a:prstGeom prst="rect">
            <a:avLst/>
          </a:prstGeom>
          <a:solidFill>
            <a:srgbClr val="F8F9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24"/>
          <p:cNvSpPr/>
          <p:nvPr/>
        </p:nvSpPr>
        <p:spPr>
          <a:xfrm>
            <a:off x="540000" y="1540750"/>
            <a:ext cx="4008300" cy="3046500"/>
          </a:xfrm>
          <a:prstGeom prst="rect">
            <a:avLst/>
          </a:prstGeom>
          <a:solidFill>
            <a:srgbClr val="F8F9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8" name="Google Shape;348;p24"/>
          <p:cNvSpPr txBox="1"/>
          <p:nvPr>
            <p:ph type="title"/>
          </p:nvPr>
        </p:nvSpPr>
        <p:spPr>
          <a:xfrm>
            <a:off x="979950" y="1967800"/>
            <a:ext cx="3128400" cy="2252400"/>
          </a:xfrm>
          <a:prstGeom prst="rect">
            <a:avLst/>
          </a:prstGeom>
        </p:spPr>
        <p:txBody>
          <a:bodyPr anchorCtr="0" anchor="t" bIns="0" lIns="0" spcFirstLastPara="1" rIns="0" wrap="square" tIns="0">
            <a:normAutofit/>
          </a:bodyPr>
          <a:lstStyle>
            <a:lvl1pPr lvl="0">
              <a:spcBef>
                <a:spcPts val="0"/>
              </a:spcBef>
              <a:spcAft>
                <a:spcPts val="0"/>
              </a:spcAft>
              <a:buClr>
                <a:srgbClr val="212526"/>
              </a:buClr>
              <a:buSzPts val="1100"/>
              <a:buNone/>
              <a:defRPr b="0" sz="1100">
                <a:solidFill>
                  <a:srgbClr val="212526"/>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49" name="Google Shape;349;p24"/>
          <p:cNvSpPr txBox="1"/>
          <p:nvPr>
            <p:ph idx="2" type="title"/>
          </p:nvPr>
        </p:nvSpPr>
        <p:spPr>
          <a:xfrm>
            <a:off x="5123900" y="1967800"/>
            <a:ext cx="3128400" cy="2252400"/>
          </a:xfrm>
          <a:prstGeom prst="rect">
            <a:avLst/>
          </a:prstGeom>
        </p:spPr>
        <p:txBody>
          <a:bodyPr anchorCtr="0" anchor="t" bIns="0" lIns="0" spcFirstLastPara="1" rIns="0" wrap="square" tIns="0">
            <a:normAutofit/>
          </a:bodyPr>
          <a:lstStyle>
            <a:lvl1pPr lvl="0">
              <a:spcBef>
                <a:spcPts val="0"/>
              </a:spcBef>
              <a:spcAft>
                <a:spcPts val="0"/>
              </a:spcAft>
              <a:buClr>
                <a:srgbClr val="212526"/>
              </a:buClr>
              <a:buSzPts val="1100"/>
              <a:buNone/>
              <a:defRPr b="0" sz="1100">
                <a:solidFill>
                  <a:srgbClr val="212526"/>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50" name="Google Shape;350;p24"/>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351" name="Google Shape;351;p24"/>
          <p:cNvSpPr txBox="1"/>
          <p:nvPr>
            <p:ph idx="3"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52" name="Google Shape;352;p24"/>
          <p:cNvSpPr txBox="1"/>
          <p:nvPr>
            <p:ph idx="4" type="title"/>
          </p:nvPr>
        </p:nvSpPr>
        <p:spPr>
          <a:xfrm>
            <a:off x="515311" y="779159"/>
            <a:ext cx="4546500" cy="39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200"/>
              <a:buFont typeface="Lexend"/>
              <a:buNone/>
              <a:defRPr sz="2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53" name="Google Shape;353;p24"/>
          <p:cNvSpPr txBox="1"/>
          <p:nvPr/>
        </p:nvSpPr>
        <p:spPr>
          <a:xfrm>
            <a:off x="632894" y="1046704"/>
            <a:ext cx="501600" cy="56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0000">
                <a:solidFill>
                  <a:srgbClr val="2095D3"/>
                </a:solidFill>
              </a:rPr>
              <a:t>“</a:t>
            </a:r>
            <a:endParaRPr sz="10000">
              <a:solidFill>
                <a:srgbClr val="2095D3"/>
              </a:solidFill>
            </a:endParaRPr>
          </a:p>
        </p:txBody>
      </p:sp>
      <p:sp>
        <p:nvSpPr>
          <p:cNvPr id="354" name="Google Shape;354;p24"/>
          <p:cNvSpPr txBox="1"/>
          <p:nvPr/>
        </p:nvSpPr>
        <p:spPr>
          <a:xfrm>
            <a:off x="4773747" y="1044429"/>
            <a:ext cx="501600" cy="56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0000">
                <a:solidFill>
                  <a:srgbClr val="2095D3"/>
                </a:solidFill>
              </a:rPr>
              <a:t>“</a:t>
            </a:r>
            <a:endParaRPr sz="10000">
              <a:solidFill>
                <a:srgbClr val="2095D3"/>
              </a:solidFill>
            </a:endParaRPr>
          </a:p>
        </p:txBody>
      </p:sp>
      <p:sp>
        <p:nvSpPr>
          <p:cNvPr id="355" name="Google Shape;355;p24"/>
          <p:cNvSpPr txBox="1"/>
          <p:nvPr/>
        </p:nvSpPr>
        <p:spPr>
          <a:xfrm rot="10800000">
            <a:off x="8122065" y="4532882"/>
            <a:ext cx="501600" cy="56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0000">
                <a:solidFill>
                  <a:srgbClr val="2095D3"/>
                </a:solidFill>
              </a:rPr>
              <a:t>“</a:t>
            </a:r>
            <a:endParaRPr sz="10000">
              <a:solidFill>
                <a:srgbClr val="2095D3"/>
              </a:solidFill>
            </a:endParaRPr>
          </a:p>
        </p:txBody>
      </p:sp>
      <p:sp>
        <p:nvSpPr>
          <p:cNvPr id="356" name="Google Shape;356;p24"/>
          <p:cNvSpPr txBox="1"/>
          <p:nvPr/>
        </p:nvSpPr>
        <p:spPr>
          <a:xfrm rot="10800000">
            <a:off x="3963282" y="4535157"/>
            <a:ext cx="501600" cy="56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0000">
                <a:solidFill>
                  <a:srgbClr val="2095D3"/>
                </a:solidFill>
              </a:rPr>
              <a:t>“</a:t>
            </a:r>
            <a:endParaRPr sz="10000">
              <a:solidFill>
                <a:srgbClr val="2095D3"/>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Quote">
  <p:cSld name="SECTION_HEADER_2_1_1_1_1_1">
    <p:spTree>
      <p:nvGrpSpPr>
        <p:cNvPr id="357" name="Shape 357"/>
        <p:cNvGrpSpPr/>
        <p:nvPr/>
      </p:nvGrpSpPr>
      <p:grpSpPr>
        <a:xfrm>
          <a:off x="0" y="0"/>
          <a:ext cx="0" cy="0"/>
          <a:chOff x="0" y="0"/>
          <a:chExt cx="0" cy="0"/>
        </a:xfrm>
      </p:grpSpPr>
      <p:sp>
        <p:nvSpPr>
          <p:cNvPr id="358" name="Google Shape;358;p25"/>
          <p:cNvSpPr/>
          <p:nvPr/>
        </p:nvSpPr>
        <p:spPr>
          <a:xfrm>
            <a:off x="-50" y="50"/>
            <a:ext cx="9144000" cy="5143500"/>
          </a:xfrm>
          <a:prstGeom prst="rect">
            <a:avLst/>
          </a:prstGeom>
          <a:solidFill>
            <a:srgbClr val="21252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59" name="Google Shape;359;p25"/>
          <p:cNvGrpSpPr/>
          <p:nvPr/>
        </p:nvGrpSpPr>
        <p:grpSpPr>
          <a:xfrm>
            <a:off x="-1" y="-19"/>
            <a:ext cx="704286" cy="5143552"/>
            <a:chOff x="360000" y="360000"/>
            <a:chExt cx="446146" cy="3258300"/>
          </a:xfrm>
        </p:grpSpPr>
        <p:sp>
          <p:nvSpPr>
            <p:cNvPr id="360" name="Google Shape;360;p25"/>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1" name="Google Shape;361;p25"/>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2" name="Google Shape;362;p25"/>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363" name="Google Shape;363;p25"/>
          <p:cNvGrpSpPr/>
          <p:nvPr/>
        </p:nvGrpSpPr>
        <p:grpSpPr>
          <a:xfrm>
            <a:off x="8866175" y="25"/>
            <a:ext cx="277800" cy="461700"/>
            <a:chOff x="8866175" y="25"/>
            <a:chExt cx="277800" cy="461700"/>
          </a:xfrm>
        </p:grpSpPr>
        <p:sp>
          <p:nvSpPr>
            <p:cNvPr id="364" name="Google Shape;364;p25"/>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65" name="Google Shape;365;p25"/>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366" name="Google Shape;366;p25"/>
          <p:cNvSpPr/>
          <p:nvPr/>
        </p:nvSpPr>
        <p:spPr>
          <a:xfrm>
            <a:off x="540000" y="1540750"/>
            <a:ext cx="8043000" cy="3046500"/>
          </a:xfrm>
          <a:prstGeom prst="rect">
            <a:avLst/>
          </a:prstGeom>
          <a:solidFill>
            <a:srgbClr val="F8F9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7" name="Google Shape;367;p25"/>
          <p:cNvSpPr txBox="1"/>
          <p:nvPr>
            <p:ph type="title"/>
          </p:nvPr>
        </p:nvSpPr>
        <p:spPr>
          <a:xfrm>
            <a:off x="979950" y="1967800"/>
            <a:ext cx="7142400" cy="2252400"/>
          </a:xfrm>
          <a:prstGeom prst="rect">
            <a:avLst/>
          </a:prstGeom>
        </p:spPr>
        <p:txBody>
          <a:bodyPr anchorCtr="0" anchor="t" bIns="0" lIns="0" spcFirstLastPara="1" rIns="0" wrap="square" tIns="0">
            <a:normAutofit/>
          </a:bodyPr>
          <a:lstStyle>
            <a:lvl1pPr lvl="0">
              <a:spcBef>
                <a:spcPts val="0"/>
              </a:spcBef>
              <a:spcAft>
                <a:spcPts val="0"/>
              </a:spcAft>
              <a:buClr>
                <a:srgbClr val="212526"/>
              </a:buClr>
              <a:buSzPts val="1100"/>
              <a:buNone/>
              <a:defRPr b="0" sz="1100">
                <a:solidFill>
                  <a:srgbClr val="212526"/>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68" name="Google Shape;368;p25"/>
          <p:cNvSpPr txBox="1"/>
          <p:nvPr/>
        </p:nvSpPr>
        <p:spPr>
          <a:xfrm>
            <a:off x="686682" y="1046704"/>
            <a:ext cx="501600" cy="56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0000">
                <a:solidFill>
                  <a:srgbClr val="2095D3"/>
                </a:solidFill>
              </a:rPr>
              <a:t>“</a:t>
            </a:r>
            <a:endParaRPr sz="10000">
              <a:solidFill>
                <a:srgbClr val="2095D3"/>
              </a:solidFill>
            </a:endParaRPr>
          </a:p>
        </p:txBody>
      </p:sp>
      <p:sp>
        <p:nvSpPr>
          <p:cNvPr id="369" name="Google Shape;369;p25"/>
          <p:cNvSpPr txBox="1"/>
          <p:nvPr/>
        </p:nvSpPr>
        <p:spPr>
          <a:xfrm rot="10800000">
            <a:off x="7923154" y="4535157"/>
            <a:ext cx="501600" cy="56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0000">
                <a:solidFill>
                  <a:srgbClr val="2095D3"/>
                </a:solidFill>
              </a:rPr>
              <a:t>“</a:t>
            </a:r>
            <a:endParaRPr sz="10000">
              <a:solidFill>
                <a:srgbClr val="2095D3"/>
              </a:solidFill>
            </a:endParaRPr>
          </a:p>
        </p:txBody>
      </p:sp>
      <p:sp>
        <p:nvSpPr>
          <p:cNvPr id="370" name="Google Shape;370;p25"/>
          <p:cNvSpPr txBox="1"/>
          <p:nvPr>
            <p:ph idx="2" type="title"/>
          </p:nvPr>
        </p:nvSpPr>
        <p:spPr>
          <a:xfrm>
            <a:off x="540000" y="762689"/>
            <a:ext cx="4584600" cy="3936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2200"/>
              <a:buFont typeface="Lexend"/>
              <a:buNone/>
              <a:defRPr sz="2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71" name="Google Shape;371;p25"/>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372" name="Google Shape;372;p25"/>
          <p:cNvSpPr txBox="1"/>
          <p:nvPr>
            <p:ph idx="3"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Quotes-Light">
  <p:cSld name="SECTION_HEADER_2_1_1_1_1_2">
    <p:spTree>
      <p:nvGrpSpPr>
        <p:cNvPr id="373" name="Shape 373"/>
        <p:cNvGrpSpPr/>
        <p:nvPr/>
      </p:nvGrpSpPr>
      <p:grpSpPr>
        <a:xfrm>
          <a:off x="0" y="0"/>
          <a:ext cx="0" cy="0"/>
          <a:chOff x="0" y="0"/>
          <a:chExt cx="0" cy="0"/>
        </a:xfrm>
      </p:grpSpPr>
      <p:grpSp>
        <p:nvGrpSpPr>
          <p:cNvPr id="374" name="Google Shape;374;p26"/>
          <p:cNvGrpSpPr/>
          <p:nvPr/>
        </p:nvGrpSpPr>
        <p:grpSpPr>
          <a:xfrm>
            <a:off x="-1" y="-19"/>
            <a:ext cx="704286" cy="5143552"/>
            <a:chOff x="360000" y="360000"/>
            <a:chExt cx="446146" cy="3258300"/>
          </a:xfrm>
        </p:grpSpPr>
        <p:sp>
          <p:nvSpPr>
            <p:cNvPr id="375" name="Google Shape;375;p26"/>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6" name="Google Shape;376;p26"/>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7" name="Google Shape;377;p26"/>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378" name="Google Shape;378;p26"/>
          <p:cNvGrpSpPr/>
          <p:nvPr/>
        </p:nvGrpSpPr>
        <p:grpSpPr>
          <a:xfrm>
            <a:off x="8866175" y="25"/>
            <a:ext cx="277800" cy="461700"/>
            <a:chOff x="8866175" y="25"/>
            <a:chExt cx="277800" cy="461700"/>
          </a:xfrm>
        </p:grpSpPr>
        <p:sp>
          <p:nvSpPr>
            <p:cNvPr id="379" name="Google Shape;379;p26"/>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80" name="Google Shape;380;p26"/>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381" name="Google Shape;381;p26"/>
          <p:cNvSpPr/>
          <p:nvPr/>
        </p:nvSpPr>
        <p:spPr>
          <a:xfrm>
            <a:off x="4683950" y="1542200"/>
            <a:ext cx="4008300" cy="3046500"/>
          </a:xfrm>
          <a:prstGeom prst="rect">
            <a:avLst/>
          </a:prstGeom>
          <a:solidFill>
            <a:srgbClr val="F5F5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2" name="Google Shape;382;p26"/>
          <p:cNvSpPr/>
          <p:nvPr/>
        </p:nvSpPr>
        <p:spPr>
          <a:xfrm>
            <a:off x="540000" y="1540750"/>
            <a:ext cx="4008300" cy="3046500"/>
          </a:xfrm>
          <a:prstGeom prst="rect">
            <a:avLst/>
          </a:prstGeom>
          <a:solidFill>
            <a:srgbClr val="F5F5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3" name="Google Shape;383;p26"/>
          <p:cNvSpPr txBox="1"/>
          <p:nvPr>
            <p:ph type="title"/>
          </p:nvPr>
        </p:nvSpPr>
        <p:spPr>
          <a:xfrm>
            <a:off x="979950" y="1967800"/>
            <a:ext cx="3128400" cy="2252400"/>
          </a:xfrm>
          <a:prstGeom prst="rect">
            <a:avLst/>
          </a:prstGeom>
        </p:spPr>
        <p:txBody>
          <a:bodyPr anchorCtr="0" anchor="t" bIns="0" lIns="0" spcFirstLastPara="1" rIns="0" wrap="square" tIns="0">
            <a:spAutoFit/>
          </a:bodyPr>
          <a:lstStyle>
            <a:lvl1pPr lvl="0">
              <a:spcBef>
                <a:spcPts val="0"/>
              </a:spcBef>
              <a:spcAft>
                <a:spcPts val="0"/>
              </a:spcAft>
              <a:buClr>
                <a:srgbClr val="212526"/>
              </a:buClr>
              <a:buSzPts val="1100"/>
              <a:buNone/>
              <a:defRPr b="0" sz="1100">
                <a:solidFill>
                  <a:srgbClr val="212526"/>
                </a:solidFill>
              </a:defRPr>
            </a:lvl1pPr>
            <a:lvl2pPr lvl="1">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2pPr>
            <a:lvl3pPr lvl="2">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3pPr>
            <a:lvl4pPr lvl="3">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4pPr>
            <a:lvl5pPr lvl="4">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5pPr>
            <a:lvl6pPr lvl="5">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6pPr>
            <a:lvl7pPr lvl="6">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7pPr>
            <a:lvl8pPr lvl="7">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8pPr>
            <a:lvl9pPr lvl="8">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9pPr>
          </a:lstStyle>
          <a:p/>
        </p:txBody>
      </p:sp>
      <p:sp>
        <p:nvSpPr>
          <p:cNvPr id="384" name="Google Shape;384;p26"/>
          <p:cNvSpPr txBox="1"/>
          <p:nvPr>
            <p:ph idx="2" type="title"/>
          </p:nvPr>
        </p:nvSpPr>
        <p:spPr>
          <a:xfrm>
            <a:off x="5123900" y="1967800"/>
            <a:ext cx="3128400" cy="2252400"/>
          </a:xfrm>
          <a:prstGeom prst="rect">
            <a:avLst/>
          </a:prstGeom>
        </p:spPr>
        <p:txBody>
          <a:bodyPr anchorCtr="0" anchor="t" bIns="0" lIns="0" spcFirstLastPara="1" rIns="0" wrap="square" tIns="0">
            <a:spAutoFit/>
          </a:bodyPr>
          <a:lstStyle>
            <a:lvl1pPr lvl="0">
              <a:spcBef>
                <a:spcPts val="0"/>
              </a:spcBef>
              <a:spcAft>
                <a:spcPts val="0"/>
              </a:spcAft>
              <a:buClr>
                <a:srgbClr val="212526"/>
              </a:buClr>
              <a:buSzPts val="1100"/>
              <a:buNone/>
              <a:defRPr b="0" sz="1100">
                <a:solidFill>
                  <a:srgbClr val="212526"/>
                </a:solidFill>
              </a:defRPr>
            </a:lvl1pPr>
            <a:lvl2pPr lvl="1">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2pPr>
            <a:lvl3pPr lvl="2">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3pPr>
            <a:lvl4pPr lvl="3">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4pPr>
            <a:lvl5pPr lvl="4">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5pPr>
            <a:lvl6pPr lvl="5">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6pPr>
            <a:lvl7pPr lvl="6">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7pPr>
            <a:lvl8pPr lvl="7">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8pPr>
            <a:lvl9pPr lvl="8">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9pPr>
          </a:lstStyle>
          <a:p/>
        </p:txBody>
      </p:sp>
      <p:sp>
        <p:nvSpPr>
          <p:cNvPr id="385" name="Google Shape;385;p26"/>
          <p:cNvSpPr txBox="1"/>
          <p:nvPr/>
        </p:nvSpPr>
        <p:spPr>
          <a:xfrm>
            <a:off x="632894" y="1046704"/>
            <a:ext cx="501600" cy="56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0000">
                <a:solidFill>
                  <a:srgbClr val="2095D3"/>
                </a:solidFill>
              </a:rPr>
              <a:t>“</a:t>
            </a:r>
            <a:endParaRPr sz="10000">
              <a:solidFill>
                <a:srgbClr val="2095D3"/>
              </a:solidFill>
            </a:endParaRPr>
          </a:p>
        </p:txBody>
      </p:sp>
      <p:sp>
        <p:nvSpPr>
          <p:cNvPr id="386" name="Google Shape;386;p26"/>
          <p:cNvSpPr txBox="1"/>
          <p:nvPr/>
        </p:nvSpPr>
        <p:spPr>
          <a:xfrm>
            <a:off x="4773747" y="1044429"/>
            <a:ext cx="501600" cy="56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0000">
                <a:solidFill>
                  <a:srgbClr val="2095D3"/>
                </a:solidFill>
              </a:rPr>
              <a:t>“</a:t>
            </a:r>
            <a:endParaRPr sz="10000">
              <a:solidFill>
                <a:srgbClr val="2095D3"/>
              </a:solidFill>
            </a:endParaRPr>
          </a:p>
        </p:txBody>
      </p:sp>
      <p:sp>
        <p:nvSpPr>
          <p:cNvPr id="387" name="Google Shape;387;p26"/>
          <p:cNvSpPr txBox="1"/>
          <p:nvPr/>
        </p:nvSpPr>
        <p:spPr>
          <a:xfrm rot="10800000">
            <a:off x="8122065" y="4532882"/>
            <a:ext cx="501600" cy="56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0000">
                <a:solidFill>
                  <a:srgbClr val="2095D3"/>
                </a:solidFill>
              </a:rPr>
              <a:t>“</a:t>
            </a:r>
            <a:endParaRPr sz="10000">
              <a:solidFill>
                <a:srgbClr val="2095D3"/>
              </a:solidFill>
            </a:endParaRPr>
          </a:p>
        </p:txBody>
      </p:sp>
      <p:sp>
        <p:nvSpPr>
          <p:cNvPr id="388" name="Google Shape;388;p26"/>
          <p:cNvSpPr txBox="1"/>
          <p:nvPr/>
        </p:nvSpPr>
        <p:spPr>
          <a:xfrm rot="10800000">
            <a:off x="3963282" y="4535157"/>
            <a:ext cx="501600" cy="56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0000">
                <a:solidFill>
                  <a:srgbClr val="2095D3"/>
                </a:solidFill>
              </a:rPr>
              <a:t>“</a:t>
            </a:r>
            <a:endParaRPr sz="10000">
              <a:solidFill>
                <a:srgbClr val="2095D3"/>
              </a:solidFill>
            </a:endParaRPr>
          </a:p>
        </p:txBody>
      </p:sp>
      <p:sp>
        <p:nvSpPr>
          <p:cNvPr id="389" name="Google Shape;389;p26"/>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390" name="Google Shape;390;p26"/>
          <p:cNvSpPr txBox="1"/>
          <p:nvPr>
            <p:ph idx="3"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91" name="Google Shape;391;p26"/>
          <p:cNvSpPr txBox="1"/>
          <p:nvPr>
            <p:ph idx="4" type="title"/>
          </p:nvPr>
        </p:nvSpPr>
        <p:spPr>
          <a:xfrm>
            <a:off x="515311" y="779159"/>
            <a:ext cx="45465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Quote 1">
  <p:cSld name="SECTION_HEADER_2_1_1_1_1_1_1">
    <p:spTree>
      <p:nvGrpSpPr>
        <p:cNvPr id="392" name="Shape 392"/>
        <p:cNvGrpSpPr/>
        <p:nvPr/>
      </p:nvGrpSpPr>
      <p:grpSpPr>
        <a:xfrm>
          <a:off x="0" y="0"/>
          <a:ext cx="0" cy="0"/>
          <a:chOff x="0" y="0"/>
          <a:chExt cx="0" cy="0"/>
        </a:xfrm>
      </p:grpSpPr>
      <p:grpSp>
        <p:nvGrpSpPr>
          <p:cNvPr id="393" name="Google Shape;393;p27"/>
          <p:cNvGrpSpPr/>
          <p:nvPr/>
        </p:nvGrpSpPr>
        <p:grpSpPr>
          <a:xfrm>
            <a:off x="-1" y="-19"/>
            <a:ext cx="704286" cy="5143552"/>
            <a:chOff x="360000" y="360000"/>
            <a:chExt cx="446146" cy="3258300"/>
          </a:xfrm>
        </p:grpSpPr>
        <p:sp>
          <p:nvSpPr>
            <p:cNvPr id="394" name="Google Shape;394;p27"/>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5" name="Google Shape;395;p27"/>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6" name="Google Shape;396;p27"/>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397" name="Google Shape;397;p27"/>
          <p:cNvGrpSpPr/>
          <p:nvPr/>
        </p:nvGrpSpPr>
        <p:grpSpPr>
          <a:xfrm>
            <a:off x="8866175" y="25"/>
            <a:ext cx="277800" cy="461700"/>
            <a:chOff x="8866175" y="25"/>
            <a:chExt cx="277800" cy="461700"/>
          </a:xfrm>
        </p:grpSpPr>
        <p:sp>
          <p:nvSpPr>
            <p:cNvPr id="398" name="Google Shape;398;p27"/>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9" name="Google Shape;399;p27"/>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400" name="Google Shape;400;p27"/>
          <p:cNvSpPr/>
          <p:nvPr/>
        </p:nvSpPr>
        <p:spPr>
          <a:xfrm>
            <a:off x="540000" y="1540750"/>
            <a:ext cx="8043000" cy="3046500"/>
          </a:xfrm>
          <a:prstGeom prst="rect">
            <a:avLst/>
          </a:prstGeom>
          <a:solidFill>
            <a:srgbClr val="F5F5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1" name="Google Shape;401;p27"/>
          <p:cNvSpPr txBox="1"/>
          <p:nvPr>
            <p:ph type="title"/>
          </p:nvPr>
        </p:nvSpPr>
        <p:spPr>
          <a:xfrm>
            <a:off x="979950" y="1967800"/>
            <a:ext cx="7142400" cy="2252400"/>
          </a:xfrm>
          <a:prstGeom prst="rect">
            <a:avLst/>
          </a:prstGeom>
        </p:spPr>
        <p:txBody>
          <a:bodyPr anchorCtr="0" anchor="t" bIns="0" lIns="0" spcFirstLastPara="1" rIns="0" wrap="square" tIns="0">
            <a:spAutoFit/>
          </a:bodyPr>
          <a:lstStyle>
            <a:lvl1pPr lvl="0">
              <a:spcBef>
                <a:spcPts val="0"/>
              </a:spcBef>
              <a:spcAft>
                <a:spcPts val="0"/>
              </a:spcAft>
              <a:buClr>
                <a:srgbClr val="212526"/>
              </a:buClr>
              <a:buSzPts val="1100"/>
              <a:buNone/>
              <a:defRPr b="0" sz="1100">
                <a:solidFill>
                  <a:srgbClr val="212526"/>
                </a:solidFill>
              </a:defRPr>
            </a:lvl1pPr>
            <a:lvl2pPr lvl="1">
              <a:spcBef>
                <a:spcPts val="0"/>
              </a:spcBef>
              <a:spcAft>
                <a:spcPts val="0"/>
              </a:spcAft>
              <a:buClr>
                <a:srgbClr val="212526"/>
              </a:buClr>
              <a:buSzPts val="3600"/>
              <a:buNone/>
              <a:defRPr sz="3600">
                <a:solidFill>
                  <a:srgbClr val="212526"/>
                </a:solidFill>
              </a:defRPr>
            </a:lvl2pPr>
            <a:lvl3pPr lvl="2">
              <a:spcBef>
                <a:spcPts val="0"/>
              </a:spcBef>
              <a:spcAft>
                <a:spcPts val="0"/>
              </a:spcAft>
              <a:buClr>
                <a:srgbClr val="212526"/>
              </a:buClr>
              <a:buSzPts val="3600"/>
              <a:buNone/>
              <a:defRPr sz="3600">
                <a:solidFill>
                  <a:srgbClr val="212526"/>
                </a:solidFill>
              </a:defRPr>
            </a:lvl3pPr>
            <a:lvl4pPr lvl="3">
              <a:spcBef>
                <a:spcPts val="0"/>
              </a:spcBef>
              <a:spcAft>
                <a:spcPts val="0"/>
              </a:spcAft>
              <a:buClr>
                <a:srgbClr val="212526"/>
              </a:buClr>
              <a:buSzPts val="3600"/>
              <a:buNone/>
              <a:defRPr sz="3600">
                <a:solidFill>
                  <a:srgbClr val="212526"/>
                </a:solidFill>
              </a:defRPr>
            </a:lvl4pPr>
            <a:lvl5pPr lvl="4">
              <a:spcBef>
                <a:spcPts val="0"/>
              </a:spcBef>
              <a:spcAft>
                <a:spcPts val="0"/>
              </a:spcAft>
              <a:buClr>
                <a:srgbClr val="212526"/>
              </a:buClr>
              <a:buSzPts val="3600"/>
              <a:buNone/>
              <a:defRPr sz="3600">
                <a:solidFill>
                  <a:srgbClr val="212526"/>
                </a:solidFill>
              </a:defRPr>
            </a:lvl5pPr>
            <a:lvl6pPr lvl="5">
              <a:spcBef>
                <a:spcPts val="0"/>
              </a:spcBef>
              <a:spcAft>
                <a:spcPts val="0"/>
              </a:spcAft>
              <a:buClr>
                <a:srgbClr val="212526"/>
              </a:buClr>
              <a:buSzPts val="3600"/>
              <a:buNone/>
              <a:defRPr sz="3600">
                <a:solidFill>
                  <a:srgbClr val="212526"/>
                </a:solidFill>
              </a:defRPr>
            </a:lvl6pPr>
            <a:lvl7pPr lvl="6">
              <a:spcBef>
                <a:spcPts val="0"/>
              </a:spcBef>
              <a:spcAft>
                <a:spcPts val="0"/>
              </a:spcAft>
              <a:buClr>
                <a:srgbClr val="212526"/>
              </a:buClr>
              <a:buSzPts val="3600"/>
              <a:buNone/>
              <a:defRPr sz="3600">
                <a:solidFill>
                  <a:srgbClr val="212526"/>
                </a:solidFill>
              </a:defRPr>
            </a:lvl7pPr>
            <a:lvl8pPr lvl="7">
              <a:spcBef>
                <a:spcPts val="0"/>
              </a:spcBef>
              <a:spcAft>
                <a:spcPts val="0"/>
              </a:spcAft>
              <a:buClr>
                <a:srgbClr val="212526"/>
              </a:buClr>
              <a:buSzPts val="3600"/>
              <a:buNone/>
              <a:defRPr sz="3600">
                <a:solidFill>
                  <a:srgbClr val="212526"/>
                </a:solidFill>
              </a:defRPr>
            </a:lvl8pPr>
            <a:lvl9pPr lvl="8">
              <a:spcBef>
                <a:spcPts val="0"/>
              </a:spcBef>
              <a:spcAft>
                <a:spcPts val="0"/>
              </a:spcAft>
              <a:buClr>
                <a:srgbClr val="212526"/>
              </a:buClr>
              <a:buSzPts val="3600"/>
              <a:buNone/>
              <a:defRPr sz="3600">
                <a:solidFill>
                  <a:srgbClr val="212526"/>
                </a:solidFill>
              </a:defRPr>
            </a:lvl9pPr>
          </a:lstStyle>
          <a:p/>
        </p:txBody>
      </p:sp>
      <p:sp>
        <p:nvSpPr>
          <p:cNvPr id="402" name="Google Shape;402;p27"/>
          <p:cNvSpPr txBox="1"/>
          <p:nvPr/>
        </p:nvSpPr>
        <p:spPr>
          <a:xfrm>
            <a:off x="650823" y="1046704"/>
            <a:ext cx="501600" cy="56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0000">
                <a:solidFill>
                  <a:srgbClr val="2095D3"/>
                </a:solidFill>
              </a:rPr>
              <a:t>“</a:t>
            </a:r>
            <a:endParaRPr sz="10000">
              <a:solidFill>
                <a:srgbClr val="2095D3"/>
              </a:solidFill>
            </a:endParaRPr>
          </a:p>
        </p:txBody>
      </p:sp>
      <p:sp>
        <p:nvSpPr>
          <p:cNvPr id="403" name="Google Shape;403;p27"/>
          <p:cNvSpPr txBox="1"/>
          <p:nvPr/>
        </p:nvSpPr>
        <p:spPr>
          <a:xfrm rot="10800000">
            <a:off x="7985907" y="4535157"/>
            <a:ext cx="501600" cy="56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0000">
                <a:solidFill>
                  <a:srgbClr val="2095D3"/>
                </a:solidFill>
              </a:rPr>
              <a:t>“</a:t>
            </a:r>
            <a:endParaRPr sz="10000">
              <a:solidFill>
                <a:srgbClr val="2095D3"/>
              </a:solidFill>
            </a:endParaRPr>
          </a:p>
        </p:txBody>
      </p:sp>
      <p:sp>
        <p:nvSpPr>
          <p:cNvPr id="404" name="Google Shape;404;p27"/>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405" name="Google Shape;405;p27"/>
          <p:cNvSpPr txBox="1"/>
          <p:nvPr>
            <p:ph idx="2"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06" name="Google Shape;406;p27"/>
          <p:cNvSpPr txBox="1"/>
          <p:nvPr>
            <p:ph idx="3" type="title"/>
          </p:nvPr>
        </p:nvSpPr>
        <p:spPr>
          <a:xfrm>
            <a:off x="515311" y="779159"/>
            <a:ext cx="45465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1">
  <p:cSld name="SECTION_HEADER_2_1_1_1_1_1_1_1">
    <p:spTree>
      <p:nvGrpSpPr>
        <p:cNvPr id="407" name="Shape 407"/>
        <p:cNvGrpSpPr/>
        <p:nvPr/>
      </p:nvGrpSpPr>
      <p:grpSpPr>
        <a:xfrm>
          <a:off x="0" y="0"/>
          <a:ext cx="0" cy="0"/>
          <a:chOff x="0" y="0"/>
          <a:chExt cx="0" cy="0"/>
        </a:xfrm>
      </p:grpSpPr>
      <p:sp>
        <p:nvSpPr>
          <p:cNvPr id="408" name="Google Shape;408;p28"/>
          <p:cNvSpPr txBox="1"/>
          <p:nvPr>
            <p:ph type="title"/>
          </p:nvPr>
        </p:nvSpPr>
        <p:spPr>
          <a:xfrm>
            <a:off x="979950" y="1967800"/>
            <a:ext cx="7142400" cy="2252400"/>
          </a:xfrm>
          <a:prstGeom prst="rect">
            <a:avLst/>
          </a:prstGeom>
        </p:spPr>
        <p:txBody>
          <a:bodyPr anchorCtr="0" anchor="t" bIns="0" lIns="0" spcFirstLastPara="1" rIns="0" wrap="square" tIns="0">
            <a:normAutofit/>
          </a:bodyPr>
          <a:lstStyle>
            <a:lvl1pPr lvl="0">
              <a:spcBef>
                <a:spcPts val="0"/>
              </a:spcBef>
              <a:spcAft>
                <a:spcPts val="0"/>
              </a:spcAft>
              <a:buClr>
                <a:srgbClr val="212526"/>
              </a:buClr>
              <a:buSzPts val="1200"/>
              <a:buFont typeface="Lexend"/>
              <a:buNone/>
              <a:defRPr sz="1200">
                <a:solidFill>
                  <a:srgbClr val="212526"/>
                </a:solidFill>
                <a:latin typeface="Lexend"/>
                <a:ea typeface="Lexend"/>
                <a:cs typeface="Lexend"/>
                <a:sym typeface="Lexend"/>
              </a:defRPr>
            </a:lvl1pPr>
            <a:lvl2pPr lvl="1">
              <a:spcBef>
                <a:spcPts val="0"/>
              </a:spcBef>
              <a:spcAft>
                <a:spcPts val="0"/>
              </a:spcAft>
              <a:buClr>
                <a:srgbClr val="212526"/>
              </a:buClr>
              <a:buSzPts val="3600"/>
              <a:buNone/>
              <a:defRPr sz="3600">
                <a:solidFill>
                  <a:srgbClr val="212526"/>
                </a:solidFill>
              </a:defRPr>
            </a:lvl2pPr>
            <a:lvl3pPr lvl="2">
              <a:spcBef>
                <a:spcPts val="0"/>
              </a:spcBef>
              <a:spcAft>
                <a:spcPts val="0"/>
              </a:spcAft>
              <a:buClr>
                <a:srgbClr val="212526"/>
              </a:buClr>
              <a:buSzPts val="3600"/>
              <a:buNone/>
              <a:defRPr sz="3600">
                <a:solidFill>
                  <a:srgbClr val="212526"/>
                </a:solidFill>
              </a:defRPr>
            </a:lvl3pPr>
            <a:lvl4pPr lvl="3">
              <a:spcBef>
                <a:spcPts val="0"/>
              </a:spcBef>
              <a:spcAft>
                <a:spcPts val="0"/>
              </a:spcAft>
              <a:buClr>
                <a:srgbClr val="212526"/>
              </a:buClr>
              <a:buSzPts val="3600"/>
              <a:buNone/>
              <a:defRPr sz="3600">
                <a:solidFill>
                  <a:srgbClr val="212526"/>
                </a:solidFill>
              </a:defRPr>
            </a:lvl4pPr>
            <a:lvl5pPr lvl="4">
              <a:spcBef>
                <a:spcPts val="0"/>
              </a:spcBef>
              <a:spcAft>
                <a:spcPts val="0"/>
              </a:spcAft>
              <a:buClr>
                <a:srgbClr val="212526"/>
              </a:buClr>
              <a:buSzPts val="3600"/>
              <a:buNone/>
              <a:defRPr sz="3600">
                <a:solidFill>
                  <a:srgbClr val="212526"/>
                </a:solidFill>
              </a:defRPr>
            </a:lvl5pPr>
            <a:lvl6pPr lvl="5">
              <a:spcBef>
                <a:spcPts val="0"/>
              </a:spcBef>
              <a:spcAft>
                <a:spcPts val="0"/>
              </a:spcAft>
              <a:buClr>
                <a:srgbClr val="212526"/>
              </a:buClr>
              <a:buSzPts val="3600"/>
              <a:buNone/>
              <a:defRPr sz="3600">
                <a:solidFill>
                  <a:srgbClr val="212526"/>
                </a:solidFill>
              </a:defRPr>
            </a:lvl6pPr>
            <a:lvl7pPr lvl="6">
              <a:spcBef>
                <a:spcPts val="0"/>
              </a:spcBef>
              <a:spcAft>
                <a:spcPts val="0"/>
              </a:spcAft>
              <a:buClr>
                <a:srgbClr val="212526"/>
              </a:buClr>
              <a:buSzPts val="3600"/>
              <a:buNone/>
              <a:defRPr sz="3600">
                <a:solidFill>
                  <a:srgbClr val="212526"/>
                </a:solidFill>
              </a:defRPr>
            </a:lvl7pPr>
            <a:lvl8pPr lvl="7">
              <a:spcBef>
                <a:spcPts val="0"/>
              </a:spcBef>
              <a:spcAft>
                <a:spcPts val="0"/>
              </a:spcAft>
              <a:buClr>
                <a:srgbClr val="212526"/>
              </a:buClr>
              <a:buSzPts val="3600"/>
              <a:buNone/>
              <a:defRPr sz="3600">
                <a:solidFill>
                  <a:srgbClr val="212526"/>
                </a:solidFill>
              </a:defRPr>
            </a:lvl8pPr>
            <a:lvl9pPr lvl="8">
              <a:spcBef>
                <a:spcPts val="0"/>
              </a:spcBef>
              <a:spcAft>
                <a:spcPts val="0"/>
              </a:spcAft>
              <a:buClr>
                <a:srgbClr val="212526"/>
              </a:buClr>
              <a:buSzPts val="3600"/>
              <a:buNone/>
              <a:defRPr sz="3600">
                <a:solidFill>
                  <a:srgbClr val="212526"/>
                </a:solidFill>
              </a:defRPr>
            </a:lvl9pPr>
          </a:lstStyle>
          <a:p/>
        </p:txBody>
      </p:sp>
      <p:grpSp>
        <p:nvGrpSpPr>
          <p:cNvPr id="409" name="Google Shape;409;p28"/>
          <p:cNvGrpSpPr/>
          <p:nvPr/>
        </p:nvGrpSpPr>
        <p:grpSpPr>
          <a:xfrm>
            <a:off x="-1" y="-19"/>
            <a:ext cx="704286" cy="5143552"/>
            <a:chOff x="360000" y="360000"/>
            <a:chExt cx="446146" cy="3258300"/>
          </a:xfrm>
        </p:grpSpPr>
        <p:sp>
          <p:nvSpPr>
            <p:cNvPr id="410" name="Google Shape;410;p28"/>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 name="Google Shape;411;p28"/>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28"/>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13" name="Google Shape;413;p28"/>
          <p:cNvGrpSpPr/>
          <p:nvPr/>
        </p:nvGrpSpPr>
        <p:grpSpPr>
          <a:xfrm>
            <a:off x="8866175" y="25"/>
            <a:ext cx="277800" cy="461700"/>
            <a:chOff x="8866175" y="25"/>
            <a:chExt cx="277800" cy="461700"/>
          </a:xfrm>
        </p:grpSpPr>
        <p:sp>
          <p:nvSpPr>
            <p:cNvPr id="414" name="Google Shape;414;p28"/>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15" name="Google Shape;415;p28"/>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416" name="Google Shape;416;p28"/>
          <p:cNvSpPr/>
          <p:nvPr/>
        </p:nvSpPr>
        <p:spPr>
          <a:xfrm>
            <a:off x="125450" y="1481900"/>
            <a:ext cx="3355800" cy="3661500"/>
          </a:xfrm>
          <a:prstGeom prst="rect">
            <a:avLst/>
          </a:prstGeom>
          <a:solidFill>
            <a:srgbClr val="F5F5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7" name="Google Shape;417;p28"/>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grpSp>
        <p:nvGrpSpPr>
          <p:cNvPr id="418" name="Google Shape;418;p28"/>
          <p:cNvGrpSpPr/>
          <p:nvPr/>
        </p:nvGrpSpPr>
        <p:grpSpPr>
          <a:xfrm>
            <a:off x="-1" y="-19"/>
            <a:ext cx="704286" cy="5143552"/>
            <a:chOff x="360000" y="360000"/>
            <a:chExt cx="446146" cy="3258300"/>
          </a:xfrm>
        </p:grpSpPr>
        <p:sp>
          <p:nvSpPr>
            <p:cNvPr id="419" name="Google Shape;419;p28"/>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0" name="Google Shape;420;p28"/>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1" name="Google Shape;421;p28"/>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22" name="Google Shape;422;p28"/>
          <p:cNvSpPr/>
          <p:nvPr/>
        </p:nvSpPr>
        <p:spPr>
          <a:xfrm>
            <a:off x="3481250" y="1481900"/>
            <a:ext cx="3219000" cy="36615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23" name="Google Shape;423;p28"/>
          <p:cNvGrpSpPr/>
          <p:nvPr/>
        </p:nvGrpSpPr>
        <p:grpSpPr>
          <a:xfrm>
            <a:off x="6700322" y="1481827"/>
            <a:ext cx="2443229" cy="3661317"/>
            <a:chOff x="6650400" y="1481900"/>
            <a:chExt cx="2493600" cy="3736800"/>
          </a:xfrm>
        </p:grpSpPr>
        <p:grpSp>
          <p:nvGrpSpPr>
            <p:cNvPr id="424" name="Google Shape;424;p28"/>
            <p:cNvGrpSpPr/>
            <p:nvPr/>
          </p:nvGrpSpPr>
          <p:grpSpPr>
            <a:xfrm>
              <a:off x="6650400" y="1481900"/>
              <a:ext cx="2493600" cy="1245600"/>
              <a:chOff x="6656750" y="1481900"/>
              <a:chExt cx="2493600" cy="1245600"/>
            </a:xfrm>
          </p:grpSpPr>
          <p:sp>
            <p:nvSpPr>
              <p:cNvPr id="425" name="Google Shape;425;p28"/>
              <p:cNvSpPr/>
              <p:nvPr/>
            </p:nvSpPr>
            <p:spPr>
              <a:xfrm flipH="1">
                <a:off x="6656750" y="1481900"/>
                <a:ext cx="1246800" cy="1245600"/>
              </a:xfrm>
              <a:prstGeom prst="rect">
                <a:avLst/>
              </a:prstGeom>
              <a:solidFill>
                <a:srgbClr val="F5F5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6" name="Google Shape;426;p28"/>
              <p:cNvSpPr/>
              <p:nvPr/>
            </p:nvSpPr>
            <p:spPr>
              <a:xfrm flipH="1">
                <a:off x="7903550" y="1481900"/>
                <a:ext cx="1246800" cy="12456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27" name="Google Shape;427;p28"/>
            <p:cNvGrpSpPr/>
            <p:nvPr/>
          </p:nvGrpSpPr>
          <p:grpSpPr>
            <a:xfrm>
              <a:off x="6650400" y="2727500"/>
              <a:ext cx="2493600" cy="1245600"/>
              <a:chOff x="6656750" y="1481900"/>
              <a:chExt cx="2493600" cy="1245600"/>
            </a:xfrm>
          </p:grpSpPr>
          <p:sp>
            <p:nvSpPr>
              <p:cNvPr id="428" name="Google Shape;428;p28"/>
              <p:cNvSpPr/>
              <p:nvPr/>
            </p:nvSpPr>
            <p:spPr>
              <a:xfrm flipH="1">
                <a:off x="6656750" y="1481900"/>
                <a:ext cx="1246800" cy="1245600"/>
              </a:xfrm>
              <a:prstGeom prst="rect">
                <a:avLst/>
              </a:prstGeom>
              <a:solidFill>
                <a:srgbClr val="3CC0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9" name="Google Shape;429;p28"/>
              <p:cNvSpPr/>
              <p:nvPr/>
            </p:nvSpPr>
            <p:spPr>
              <a:xfrm flipH="1">
                <a:off x="7903550" y="1481900"/>
                <a:ext cx="1246800" cy="1245600"/>
              </a:xfrm>
              <a:prstGeom prst="rect">
                <a:avLst/>
              </a:prstGeom>
              <a:solidFill>
                <a:srgbClr val="F5F5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30" name="Google Shape;430;p28"/>
            <p:cNvGrpSpPr/>
            <p:nvPr/>
          </p:nvGrpSpPr>
          <p:grpSpPr>
            <a:xfrm>
              <a:off x="6650400" y="3973100"/>
              <a:ext cx="2493600" cy="1245600"/>
              <a:chOff x="6656750" y="1481900"/>
              <a:chExt cx="2493600" cy="1245600"/>
            </a:xfrm>
          </p:grpSpPr>
          <p:sp>
            <p:nvSpPr>
              <p:cNvPr id="431" name="Google Shape;431;p28"/>
              <p:cNvSpPr/>
              <p:nvPr/>
            </p:nvSpPr>
            <p:spPr>
              <a:xfrm flipH="1">
                <a:off x="6656750" y="1481900"/>
                <a:ext cx="1246800" cy="1245600"/>
              </a:xfrm>
              <a:prstGeom prst="rect">
                <a:avLst/>
              </a:prstGeom>
              <a:solidFill>
                <a:srgbClr val="F5F5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2" name="Google Shape;432;p28"/>
              <p:cNvSpPr/>
              <p:nvPr/>
            </p:nvSpPr>
            <p:spPr>
              <a:xfrm flipH="1">
                <a:off x="7903550" y="1481900"/>
                <a:ext cx="1246800" cy="1245600"/>
              </a:xfrm>
              <a:prstGeom prst="rect">
                <a:avLst/>
              </a:prstGeom>
              <a:solidFill>
                <a:srgbClr val="1955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433" name="Google Shape;433;p28"/>
          <p:cNvSpPr txBox="1"/>
          <p:nvPr>
            <p:ph idx="2" type="title"/>
          </p:nvPr>
        </p:nvSpPr>
        <p:spPr>
          <a:xfrm>
            <a:off x="3768125" y="1758450"/>
            <a:ext cx="2637300" cy="24618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None/>
              <a:defRPr b="0" sz="1000">
                <a:solidFill>
                  <a:schemeClr val="lt1"/>
                </a:solidFill>
              </a:defRPr>
            </a:lvl1pPr>
            <a:lvl2pPr lvl="1">
              <a:spcBef>
                <a:spcPts val="0"/>
              </a:spcBef>
              <a:spcAft>
                <a:spcPts val="0"/>
              </a:spcAft>
              <a:buClr>
                <a:srgbClr val="212526"/>
              </a:buClr>
              <a:buSzPts val="3600"/>
              <a:buNone/>
              <a:defRPr sz="3600">
                <a:solidFill>
                  <a:srgbClr val="212526"/>
                </a:solidFill>
              </a:defRPr>
            </a:lvl2pPr>
            <a:lvl3pPr lvl="2">
              <a:spcBef>
                <a:spcPts val="0"/>
              </a:spcBef>
              <a:spcAft>
                <a:spcPts val="0"/>
              </a:spcAft>
              <a:buClr>
                <a:srgbClr val="212526"/>
              </a:buClr>
              <a:buSzPts val="3600"/>
              <a:buNone/>
              <a:defRPr sz="3600">
                <a:solidFill>
                  <a:srgbClr val="212526"/>
                </a:solidFill>
              </a:defRPr>
            </a:lvl3pPr>
            <a:lvl4pPr lvl="3">
              <a:spcBef>
                <a:spcPts val="0"/>
              </a:spcBef>
              <a:spcAft>
                <a:spcPts val="0"/>
              </a:spcAft>
              <a:buClr>
                <a:srgbClr val="212526"/>
              </a:buClr>
              <a:buSzPts val="3600"/>
              <a:buNone/>
              <a:defRPr sz="3600">
                <a:solidFill>
                  <a:srgbClr val="212526"/>
                </a:solidFill>
              </a:defRPr>
            </a:lvl4pPr>
            <a:lvl5pPr lvl="4">
              <a:spcBef>
                <a:spcPts val="0"/>
              </a:spcBef>
              <a:spcAft>
                <a:spcPts val="0"/>
              </a:spcAft>
              <a:buClr>
                <a:srgbClr val="212526"/>
              </a:buClr>
              <a:buSzPts val="3600"/>
              <a:buNone/>
              <a:defRPr sz="3600">
                <a:solidFill>
                  <a:srgbClr val="212526"/>
                </a:solidFill>
              </a:defRPr>
            </a:lvl5pPr>
            <a:lvl6pPr lvl="5">
              <a:spcBef>
                <a:spcPts val="0"/>
              </a:spcBef>
              <a:spcAft>
                <a:spcPts val="0"/>
              </a:spcAft>
              <a:buClr>
                <a:srgbClr val="212526"/>
              </a:buClr>
              <a:buSzPts val="3600"/>
              <a:buNone/>
              <a:defRPr sz="3600">
                <a:solidFill>
                  <a:srgbClr val="212526"/>
                </a:solidFill>
              </a:defRPr>
            </a:lvl6pPr>
            <a:lvl7pPr lvl="6">
              <a:spcBef>
                <a:spcPts val="0"/>
              </a:spcBef>
              <a:spcAft>
                <a:spcPts val="0"/>
              </a:spcAft>
              <a:buClr>
                <a:srgbClr val="212526"/>
              </a:buClr>
              <a:buSzPts val="3600"/>
              <a:buNone/>
              <a:defRPr sz="3600">
                <a:solidFill>
                  <a:srgbClr val="212526"/>
                </a:solidFill>
              </a:defRPr>
            </a:lvl7pPr>
            <a:lvl8pPr lvl="7">
              <a:spcBef>
                <a:spcPts val="0"/>
              </a:spcBef>
              <a:spcAft>
                <a:spcPts val="0"/>
              </a:spcAft>
              <a:buClr>
                <a:srgbClr val="212526"/>
              </a:buClr>
              <a:buSzPts val="3600"/>
              <a:buNone/>
              <a:defRPr sz="3600">
                <a:solidFill>
                  <a:srgbClr val="212526"/>
                </a:solidFill>
              </a:defRPr>
            </a:lvl8pPr>
            <a:lvl9pPr lvl="8">
              <a:spcBef>
                <a:spcPts val="0"/>
              </a:spcBef>
              <a:spcAft>
                <a:spcPts val="0"/>
              </a:spcAft>
              <a:buClr>
                <a:srgbClr val="212526"/>
              </a:buClr>
              <a:buSzPts val="3600"/>
              <a:buNone/>
              <a:defRPr sz="3600">
                <a:solidFill>
                  <a:srgbClr val="212526"/>
                </a:solidFill>
              </a:defRPr>
            </a:lvl9pPr>
          </a:lstStyle>
          <a:p/>
        </p:txBody>
      </p:sp>
      <p:sp>
        <p:nvSpPr>
          <p:cNvPr id="434" name="Google Shape;434;p28"/>
          <p:cNvSpPr txBox="1"/>
          <p:nvPr>
            <p:ph idx="3"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5" name="Google Shape;435;p28"/>
          <p:cNvSpPr txBox="1"/>
          <p:nvPr>
            <p:ph idx="4" type="title"/>
          </p:nvPr>
        </p:nvSpPr>
        <p:spPr>
          <a:xfrm>
            <a:off x="515311" y="779159"/>
            <a:ext cx="45465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2">
  <p:cSld name="SECTION_HEADER_2_1_1_1_1_1_1_1_1">
    <p:spTree>
      <p:nvGrpSpPr>
        <p:cNvPr id="436" name="Shape 436"/>
        <p:cNvGrpSpPr/>
        <p:nvPr/>
      </p:nvGrpSpPr>
      <p:grpSpPr>
        <a:xfrm>
          <a:off x="0" y="0"/>
          <a:ext cx="0" cy="0"/>
          <a:chOff x="0" y="0"/>
          <a:chExt cx="0" cy="0"/>
        </a:xfrm>
      </p:grpSpPr>
      <p:grpSp>
        <p:nvGrpSpPr>
          <p:cNvPr id="437" name="Google Shape;437;p29"/>
          <p:cNvGrpSpPr/>
          <p:nvPr/>
        </p:nvGrpSpPr>
        <p:grpSpPr>
          <a:xfrm>
            <a:off x="-1" y="-19"/>
            <a:ext cx="704286" cy="5143552"/>
            <a:chOff x="360000" y="360000"/>
            <a:chExt cx="446146" cy="3258300"/>
          </a:xfrm>
        </p:grpSpPr>
        <p:sp>
          <p:nvSpPr>
            <p:cNvPr id="438" name="Google Shape;438;p29"/>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29"/>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0" name="Google Shape;440;p29"/>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41" name="Google Shape;441;p29"/>
          <p:cNvGrpSpPr/>
          <p:nvPr/>
        </p:nvGrpSpPr>
        <p:grpSpPr>
          <a:xfrm>
            <a:off x="8866175" y="25"/>
            <a:ext cx="277800" cy="461700"/>
            <a:chOff x="8866175" y="25"/>
            <a:chExt cx="277800" cy="461700"/>
          </a:xfrm>
        </p:grpSpPr>
        <p:sp>
          <p:nvSpPr>
            <p:cNvPr id="442" name="Google Shape;442;p29"/>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43" name="Google Shape;443;p29"/>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444" name="Google Shape;444;p29"/>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grpSp>
        <p:nvGrpSpPr>
          <p:cNvPr id="445" name="Google Shape;445;p29"/>
          <p:cNvGrpSpPr/>
          <p:nvPr/>
        </p:nvGrpSpPr>
        <p:grpSpPr>
          <a:xfrm>
            <a:off x="-1" y="-19"/>
            <a:ext cx="704286" cy="5143552"/>
            <a:chOff x="360000" y="360000"/>
            <a:chExt cx="446146" cy="3258300"/>
          </a:xfrm>
        </p:grpSpPr>
        <p:sp>
          <p:nvSpPr>
            <p:cNvPr id="446" name="Google Shape;446;p29"/>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29"/>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8" name="Google Shape;448;p29"/>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49" name="Google Shape;449;p29"/>
          <p:cNvGrpSpPr/>
          <p:nvPr/>
        </p:nvGrpSpPr>
        <p:grpSpPr>
          <a:xfrm>
            <a:off x="586150" y="1340584"/>
            <a:ext cx="7971675" cy="3366135"/>
            <a:chOff x="586150" y="1314650"/>
            <a:chExt cx="7971675" cy="3534000"/>
          </a:xfrm>
        </p:grpSpPr>
        <p:grpSp>
          <p:nvGrpSpPr>
            <p:cNvPr id="450" name="Google Shape;450;p29"/>
            <p:cNvGrpSpPr/>
            <p:nvPr/>
          </p:nvGrpSpPr>
          <p:grpSpPr>
            <a:xfrm>
              <a:off x="586150" y="1314650"/>
              <a:ext cx="7971675" cy="1767000"/>
              <a:chOff x="577775" y="1457000"/>
              <a:chExt cx="7971675" cy="1767000"/>
            </a:xfrm>
          </p:grpSpPr>
          <p:sp>
            <p:nvSpPr>
              <p:cNvPr id="451" name="Google Shape;451;p29"/>
              <p:cNvSpPr/>
              <p:nvPr/>
            </p:nvSpPr>
            <p:spPr>
              <a:xfrm>
                <a:off x="577775" y="1457000"/>
                <a:ext cx="1992900" cy="1767000"/>
              </a:xfrm>
              <a:prstGeom prst="rect">
                <a:avLst/>
              </a:prstGeom>
              <a:solidFill>
                <a:srgbClr val="1F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2" name="Google Shape;452;p29"/>
              <p:cNvSpPr/>
              <p:nvPr/>
            </p:nvSpPr>
            <p:spPr>
              <a:xfrm>
                <a:off x="2570700" y="1457000"/>
                <a:ext cx="1992900" cy="1767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3" name="Google Shape;453;p29"/>
              <p:cNvSpPr/>
              <p:nvPr/>
            </p:nvSpPr>
            <p:spPr>
              <a:xfrm>
                <a:off x="4563625" y="1457000"/>
                <a:ext cx="1992900" cy="1767000"/>
              </a:xfrm>
              <a:prstGeom prst="rect">
                <a:avLst/>
              </a:prstGeom>
              <a:solidFill>
                <a:srgbClr val="3CC0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4" name="Google Shape;454;p29"/>
              <p:cNvSpPr/>
              <p:nvPr/>
            </p:nvSpPr>
            <p:spPr>
              <a:xfrm>
                <a:off x="6556550" y="1457000"/>
                <a:ext cx="1992900" cy="1767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55" name="Google Shape;455;p29"/>
            <p:cNvSpPr/>
            <p:nvPr/>
          </p:nvSpPr>
          <p:spPr>
            <a:xfrm>
              <a:off x="586150" y="3081650"/>
              <a:ext cx="1992900" cy="1767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6" name="Google Shape;456;p29"/>
            <p:cNvSpPr/>
            <p:nvPr/>
          </p:nvSpPr>
          <p:spPr>
            <a:xfrm>
              <a:off x="2579075" y="3081650"/>
              <a:ext cx="1992900" cy="1767000"/>
            </a:xfrm>
            <a:prstGeom prst="rect">
              <a:avLst/>
            </a:prstGeom>
            <a:solidFill>
              <a:srgbClr val="1955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7" name="Google Shape;457;p29"/>
            <p:cNvSpPr/>
            <p:nvPr/>
          </p:nvSpPr>
          <p:spPr>
            <a:xfrm>
              <a:off x="4572000" y="3081650"/>
              <a:ext cx="1992900" cy="1767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8" name="Google Shape;458;p29"/>
            <p:cNvSpPr/>
            <p:nvPr/>
          </p:nvSpPr>
          <p:spPr>
            <a:xfrm>
              <a:off x="6564925" y="3081650"/>
              <a:ext cx="1992900" cy="1767000"/>
            </a:xfrm>
            <a:prstGeom prst="rect">
              <a:avLst/>
            </a:prstGeom>
            <a:solidFill>
              <a:srgbClr val="FF78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59" name="Google Shape;459;p29"/>
          <p:cNvSpPr txBox="1"/>
          <p:nvPr>
            <p:ph type="title"/>
          </p:nvPr>
        </p:nvSpPr>
        <p:spPr>
          <a:xfrm>
            <a:off x="761975" y="1473750"/>
            <a:ext cx="1658100" cy="1415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None/>
              <a:defRPr b="0" sz="1000">
                <a:solidFill>
                  <a:schemeClr val="lt1"/>
                </a:solidFill>
              </a:defRPr>
            </a:lvl1pPr>
            <a:lvl2pPr lvl="1">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2pPr>
            <a:lvl3pPr lvl="2">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3pPr>
            <a:lvl4pPr lvl="3">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4pPr>
            <a:lvl5pPr lvl="4">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5pPr>
            <a:lvl6pPr lvl="5">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6pPr>
            <a:lvl7pPr lvl="6">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7pPr>
            <a:lvl8pPr lvl="7">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8pPr>
            <a:lvl9pPr lvl="8">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9pPr>
          </a:lstStyle>
          <a:p/>
        </p:txBody>
      </p:sp>
      <p:sp>
        <p:nvSpPr>
          <p:cNvPr id="460" name="Google Shape;460;p29"/>
          <p:cNvSpPr txBox="1"/>
          <p:nvPr>
            <p:ph idx="2" type="title"/>
          </p:nvPr>
        </p:nvSpPr>
        <p:spPr>
          <a:xfrm>
            <a:off x="2748200" y="3158525"/>
            <a:ext cx="1658100" cy="1415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None/>
              <a:defRPr b="0" sz="1000">
                <a:solidFill>
                  <a:schemeClr val="lt1"/>
                </a:solidFill>
              </a:defRPr>
            </a:lvl1pPr>
            <a:lvl2pPr lvl="1">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2pPr>
            <a:lvl3pPr lvl="2">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3pPr>
            <a:lvl4pPr lvl="3">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4pPr>
            <a:lvl5pPr lvl="4">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5pPr>
            <a:lvl6pPr lvl="5">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6pPr>
            <a:lvl7pPr lvl="6">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7pPr>
            <a:lvl8pPr lvl="7">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8pPr>
            <a:lvl9pPr lvl="8">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9pPr>
          </a:lstStyle>
          <a:p/>
        </p:txBody>
      </p:sp>
      <p:sp>
        <p:nvSpPr>
          <p:cNvPr id="461" name="Google Shape;461;p29"/>
          <p:cNvSpPr txBox="1"/>
          <p:nvPr>
            <p:ph idx="3" type="title"/>
          </p:nvPr>
        </p:nvSpPr>
        <p:spPr>
          <a:xfrm>
            <a:off x="4734425" y="1473750"/>
            <a:ext cx="1658100" cy="1415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None/>
              <a:defRPr b="0" sz="1000">
                <a:solidFill>
                  <a:schemeClr val="lt1"/>
                </a:solidFill>
              </a:defRPr>
            </a:lvl1pPr>
            <a:lvl2pPr lvl="1">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2pPr>
            <a:lvl3pPr lvl="2">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3pPr>
            <a:lvl4pPr lvl="3">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4pPr>
            <a:lvl5pPr lvl="4">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5pPr>
            <a:lvl6pPr lvl="5">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6pPr>
            <a:lvl7pPr lvl="6">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7pPr>
            <a:lvl8pPr lvl="7">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8pPr>
            <a:lvl9pPr lvl="8">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9pPr>
          </a:lstStyle>
          <a:p/>
        </p:txBody>
      </p:sp>
      <p:sp>
        <p:nvSpPr>
          <p:cNvPr id="462" name="Google Shape;462;p29"/>
          <p:cNvSpPr txBox="1"/>
          <p:nvPr>
            <p:ph idx="4" type="title"/>
          </p:nvPr>
        </p:nvSpPr>
        <p:spPr>
          <a:xfrm>
            <a:off x="6729025" y="3158525"/>
            <a:ext cx="1658100" cy="1415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None/>
              <a:defRPr b="0" sz="1000">
                <a:solidFill>
                  <a:schemeClr val="lt1"/>
                </a:solidFill>
              </a:defRPr>
            </a:lvl1pPr>
            <a:lvl2pPr lvl="1">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2pPr>
            <a:lvl3pPr lvl="2">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3pPr>
            <a:lvl4pPr lvl="3">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4pPr>
            <a:lvl5pPr lvl="4">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5pPr>
            <a:lvl6pPr lvl="5">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6pPr>
            <a:lvl7pPr lvl="6">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7pPr>
            <a:lvl8pPr lvl="7">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8pPr>
            <a:lvl9pPr lvl="8">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9pPr>
          </a:lstStyle>
          <a:p/>
        </p:txBody>
      </p:sp>
      <p:sp>
        <p:nvSpPr>
          <p:cNvPr id="463" name="Google Shape;463;p29"/>
          <p:cNvSpPr txBox="1"/>
          <p:nvPr>
            <p:ph idx="5"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64" name="Google Shape;464;p29"/>
          <p:cNvSpPr txBox="1"/>
          <p:nvPr>
            <p:ph idx="6" type="title"/>
          </p:nvPr>
        </p:nvSpPr>
        <p:spPr>
          <a:xfrm>
            <a:off x="515311" y="779159"/>
            <a:ext cx="45465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1-Dark">
  <p:cSld name="SECTION_HEADER_2_1_1_1_1_1_1_1_2">
    <p:spTree>
      <p:nvGrpSpPr>
        <p:cNvPr id="465" name="Shape 465"/>
        <p:cNvGrpSpPr/>
        <p:nvPr/>
      </p:nvGrpSpPr>
      <p:grpSpPr>
        <a:xfrm>
          <a:off x="0" y="0"/>
          <a:ext cx="0" cy="0"/>
          <a:chOff x="0" y="0"/>
          <a:chExt cx="0" cy="0"/>
        </a:xfrm>
      </p:grpSpPr>
      <p:sp>
        <p:nvSpPr>
          <p:cNvPr id="466" name="Google Shape;466;p30"/>
          <p:cNvSpPr/>
          <p:nvPr/>
        </p:nvSpPr>
        <p:spPr>
          <a:xfrm>
            <a:off x="-50" y="50"/>
            <a:ext cx="9144000" cy="5143500"/>
          </a:xfrm>
          <a:prstGeom prst="rect">
            <a:avLst/>
          </a:prstGeom>
          <a:solidFill>
            <a:srgbClr val="21252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7" name="Google Shape;467;p30"/>
          <p:cNvSpPr txBox="1"/>
          <p:nvPr>
            <p:ph type="title"/>
          </p:nvPr>
        </p:nvSpPr>
        <p:spPr>
          <a:xfrm>
            <a:off x="979950" y="1967800"/>
            <a:ext cx="7142400" cy="2252400"/>
          </a:xfrm>
          <a:prstGeom prst="rect">
            <a:avLst/>
          </a:prstGeom>
        </p:spPr>
        <p:txBody>
          <a:bodyPr anchorCtr="0" anchor="t" bIns="0" lIns="0" spcFirstLastPara="1" rIns="0" wrap="square" tIns="0">
            <a:normAutofit/>
          </a:bodyPr>
          <a:lstStyle>
            <a:lvl1pPr lvl="0">
              <a:spcBef>
                <a:spcPts val="0"/>
              </a:spcBef>
              <a:spcAft>
                <a:spcPts val="0"/>
              </a:spcAft>
              <a:buClr>
                <a:srgbClr val="212526"/>
              </a:buClr>
              <a:buSzPts val="1200"/>
              <a:buFont typeface="Lexend"/>
              <a:buNone/>
              <a:defRPr sz="1200">
                <a:solidFill>
                  <a:srgbClr val="212526"/>
                </a:solidFill>
                <a:latin typeface="Lexend"/>
                <a:ea typeface="Lexend"/>
                <a:cs typeface="Lexend"/>
                <a:sym typeface="Lexend"/>
              </a:defRPr>
            </a:lvl1pPr>
            <a:lvl2pPr lvl="1">
              <a:spcBef>
                <a:spcPts val="0"/>
              </a:spcBef>
              <a:spcAft>
                <a:spcPts val="0"/>
              </a:spcAft>
              <a:buClr>
                <a:srgbClr val="212526"/>
              </a:buClr>
              <a:buSzPts val="3600"/>
              <a:buNone/>
              <a:defRPr sz="3600">
                <a:solidFill>
                  <a:srgbClr val="212526"/>
                </a:solidFill>
              </a:defRPr>
            </a:lvl2pPr>
            <a:lvl3pPr lvl="2">
              <a:spcBef>
                <a:spcPts val="0"/>
              </a:spcBef>
              <a:spcAft>
                <a:spcPts val="0"/>
              </a:spcAft>
              <a:buClr>
                <a:srgbClr val="212526"/>
              </a:buClr>
              <a:buSzPts val="3600"/>
              <a:buNone/>
              <a:defRPr sz="3600">
                <a:solidFill>
                  <a:srgbClr val="212526"/>
                </a:solidFill>
              </a:defRPr>
            </a:lvl3pPr>
            <a:lvl4pPr lvl="3">
              <a:spcBef>
                <a:spcPts val="0"/>
              </a:spcBef>
              <a:spcAft>
                <a:spcPts val="0"/>
              </a:spcAft>
              <a:buClr>
                <a:srgbClr val="212526"/>
              </a:buClr>
              <a:buSzPts val="3600"/>
              <a:buNone/>
              <a:defRPr sz="3600">
                <a:solidFill>
                  <a:srgbClr val="212526"/>
                </a:solidFill>
              </a:defRPr>
            </a:lvl4pPr>
            <a:lvl5pPr lvl="4">
              <a:spcBef>
                <a:spcPts val="0"/>
              </a:spcBef>
              <a:spcAft>
                <a:spcPts val="0"/>
              </a:spcAft>
              <a:buClr>
                <a:srgbClr val="212526"/>
              </a:buClr>
              <a:buSzPts val="3600"/>
              <a:buNone/>
              <a:defRPr sz="3600">
                <a:solidFill>
                  <a:srgbClr val="212526"/>
                </a:solidFill>
              </a:defRPr>
            </a:lvl5pPr>
            <a:lvl6pPr lvl="5">
              <a:spcBef>
                <a:spcPts val="0"/>
              </a:spcBef>
              <a:spcAft>
                <a:spcPts val="0"/>
              </a:spcAft>
              <a:buClr>
                <a:srgbClr val="212526"/>
              </a:buClr>
              <a:buSzPts val="3600"/>
              <a:buNone/>
              <a:defRPr sz="3600">
                <a:solidFill>
                  <a:srgbClr val="212526"/>
                </a:solidFill>
              </a:defRPr>
            </a:lvl6pPr>
            <a:lvl7pPr lvl="6">
              <a:spcBef>
                <a:spcPts val="0"/>
              </a:spcBef>
              <a:spcAft>
                <a:spcPts val="0"/>
              </a:spcAft>
              <a:buClr>
                <a:srgbClr val="212526"/>
              </a:buClr>
              <a:buSzPts val="3600"/>
              <a:buNone/>
              <a:defRPr sz="3600">
                <a:solidFill>
                  <a:srgbClr val="212526"/>
                </a:solidFill>
              </a:defRPr>
            </a:lvl7pPr>
            <a:lvl8pPr lvl="7">
              <a:spcBef>
                <a:spcPts val="0"/>
              </a:spcBef>
              <a:spcAft>
                <a:spcPts val="0"/>
              </a:spcAft>
              <a:buClr>
                <a:srgbClr val="212526"/>
              </a:buClr>
              <a:buSzPts val="3600"/>
              <a:buNone/>
              <a:defRPr sz="3600">
                <a:solidFill>
                  <a:srgbClr val="212526"/>
                </a:solidFill>
              </a:defRPr>
            </a:lvl8pPr>
            <a:lvl9pPr lvl="8">
              <a:spcBef>
                <a:spcPts val="0"/>
              </a:spcBef>
              <a:spcAft>
                <a:spcPts val="0"/>
              </a:spcAft>
              <a:buClr>
                <a:srgbClr val="212526"/>
              </a:buClr>
              <a:buSzPts val="3600"/>
              <a:buNone/>
              <a:defRPr sz="3600">
                <a:solidFill>
                  <a:srgbClr val="212526"/>
                </a:solidFill>
              </a:defRPr>
            </a:lvl9pPr>
          </a:lstStyle>
          <a:p/>
        </p:txBody>
      </p:sp>
      <p:grpSp>
        <p:nvGrpSpPr>
          <p:cNvPr id="468" name="Google Shape;468;p30"/>
          <p:cNvGrpSpPr/>
          <p:nvPr/>
        </p:nvGrpSpPr>
        <p:grpSpPr>
          <a:xfrm>
            <a:off x="-1" y="-19"/>
            <a:ext cx="704286" cy="5143552"/>
            <a:chOff x="360000" y="360000"/>
            <a:chExt cx="446146" cy="3258300"/>
          </a:xfrm>
        </p:grpSpPr>
        <p:sp>
          <p:nvSpPr>
            <p:cNvPr id="469" name="Google Shape;469;p30"/>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0" name="Google Shape;470;p30"/>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1" name="Google Shape;471;p30"/>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72" name="Google Shape;472;p30"/>
          <p:cNvGrpSpPr/>
          <p:nvPr/>
        </p:nvGrpSpPr>
        <p:grpSpPr>
          <a:xfrm>
            <a:off x="8866175" y="25"/>
            <a:ext cx="277800" cy="461700"/>
            <a:chOff x="8866175" y="25"/>
            <a:chExt cx="277800" cy="461700"/>
          </a:xfrm>
        </p:grpSpPr>
        <p:sp>
          <p:nvSpPr>
            <p:cNvPr id="473" name="Google Shape;473;p30"/>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74" name="Google Shape;474;p30"/>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475" name="Google Shape;475;p30"/>
          <p:cNvSpPr/>
          <p:nvPr/>
        </p:nvSpPr>
        <p:spPr>
          <a:xfrm>
            <a:off x="125450" y="1481900"/>
            <a:ext cx="3355800" cy="36615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 name="Google Shape;476;p30"/>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grpSp>
        <p:nvGrpSpPr>
          <p:cNvPr id="477" name="Google Shape;477;p30"/>
          <p:cNvGrpSpPr/>
          <p:nvPr/>
        </p:nvGrpSpPr>
        <p:grpSpPr>
          <a:xfrm>
            <a:off x="-1" y="-19"/>
            <a:ext cx="704286" cy="5143552"/>
            <a:chOff x="360000" y="360000"/>
            <a:chExt cx="446146" cy="3258300"/>
          </a:xfrm>
        </p:grpSpPr>
        <p:sp>
          <p:nvSpPr>
            <p:cNvPr id="478" name="Google Shape;478;p30"/>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 name="Google Shape;479;p30"/>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 name="Google Shape;480;p30"/>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81" name="Google Shape;481;p30"/>
          <p:cNvSpPr/>
          <p:nvPr/>
        </p:nvSpPr>
        <p:spPr>
          <a:xfrm>
            <a:off x="3481250" y="1481900"/>
            <a:ext cx="3219000" cy="36615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82" name="Google Shape;482;p30"/>
          <p:cNvGrpSpPr/>
          <p:nvPr/>
        </p:nvGrpSpPr>
        <p:grpSpPr>
          <a:xfrm>
            <a:off x="6700322" y="1481827"/>
            <a:ext cx="2443229" cy="3661317"/>
            <a:chOff x="6650400" y="1481900"/>
            <a:chExt cx="2493600" cy="3736800"/>
          </a:xfrm>
        </p:grpSpPr>
        <p:grpSp>
          <p:nvGrpSpPr>
            <p:cNvPr id="483" name="Google Shape;483;p30"/>
            <p:cNvGrpSpPr/>
            <p:nvPr/>
          </p:nvGrpSpPr>
          <p:grpSpPr>
            <a:xfrm>
              <a:off x="6650400" y="1481900"/>
              <a:ext cx="2493600" cy="1245600"/>
              <a:chOff x="6656750" y="1481900"/>
              <a:chExt cx="2493600" cy="1245600"/>
            </a:xfrm>
          </p:grpSpPr>
          <p:sp>
            <p:nvSpPr>
              <p:cNvPr id="484" name="Google Shape;484;p30"/>
              <p:cNvSpPr/>
              <p:nvPr/>
            </p:nvSpPr>
            <p:spPr>
              <a:xfrm flipH="1">
                <a:off x="6656750" y="1481900"/>
                <a:ext cx="1246800" cy="12456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5" name="Google Shape;485;p30"/>
              <p:cNvSpPr/>
              <p:nvPr/>
            </p:nvSpPr>
            <p:spPr>
              <a:xfrm flipH="1">
                <a:off x="7903550" y="1481900"/>
                <a:ext cx="1246800" cy="12456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86" name="Google Shape;486;p30"/>
            <p:cNvGrpSpPr/>
            <p:nvPr/>
          </p:nvGrpSpPr>
          <p:grpSpPr>
            <a:xfrm>
              <a:off x="6650400" y="2727500"/>
              <a:ext cx="2493600" cy="1245600"/>
              <a:chOff x="6656750" y="1481900"/>
              <a:chExt cx="2493600" cy="1245600"/>
            </a:xfrm>
          </p:grpSpPr>
          <p:sp>
            <p:nvSpPr>
              <p:cNvPr id="487" name="Google Shape;487;p30"/>
              <p:cNvSpPr/>
              <p:nvPr/>
            </p:nvSpPr>
            <p:spPr>
              <a:xfrm flipH="1">
                <a:off x="6656750" y="1481900"/>
                <a:ext cx="1246800" cy="1245600"/>
              </a:xfrm>
              <a:prstGeom prst="rect">
                <a:avLst/>
              </a:prstGeom>
              <a:solidFill>
                <a:srgbClr val="3CC0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8" name="Google Shape;488;p30"/>
              <p:cNvSpPr/>
              <p:nvPr/>
            </p:nvSpPr>
            <p:spPr>
              <a:xfrm flipH="1">
                <a:off x="7903550" y="1481900"/>
                <a:ext cx="1246800" cy="12456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89" name="Google Shape;489;p30"/>
            <p:cNvGrpSpPr/>
            <p:nvPr/>
          </p:nvGrpSpPr>
          <p:grpSpPr>
            <a:xfrm>
              <a:off x="6650400" y="3973100"/>
              <a:ext cx="2493600" cy="1245600"/>
              <a:chOff x="6656750" y="1481900"/>
              <a:chExt cx="2493600" cy="1245600"/>
            </a:xfrm>
          </p:grpSpPr>
          <p:sp>
            <p:nvSpPr>
              <p:cNvPr id="490" name="Google Shape;490;p30"/>
              <p:cNvSpPr/>
              <p:nvPr/>
            </p:nvSpPr>
            <p:spPr>
              <a:xfrm flipH="1">
                <a:off x="6656750" y="1481900"/>
                <a:ext cx="1246800" cy="12456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1" name="Google Shape;491;p30"/>
              <p:cNvSpPr/>
              <p:nvPr/>
            </p:nvSpPr>
            <p:spPr>
              <a:xfrm flipH="1">
                <a:off x="7903550" y="1481900"/>
                <a:ext cx="1246800" cy="1245600"/>
              </a:xfrm>
              <a:prstGeom prst="rect">
                <a:avLst/>
              </a:prstGeom>
              <a:solidFill>
                <a:srgbClr val="1955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492" name="Google Shape;492;p30"/>
          <p:cNvSpPr txBox="1"/>
          <p:nvPr>
            <p:ph idx="2" type="title"/>
          </p:nvPr>
        </p:nvSpPr>
        <p:spPr>
          <a:xfrm>
            <a:off x="3768125" y="1758450"/>
            <a:ext cx="2637300" cy="24618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None/>
              <a:defRPr b="0" sz="1000">
                <a:solidFill>
                  <a:schemeClr val="lt1"/>
                </a:solidFill>
              </a:defRPr>
            </a:lvl1pPr>
            <a:lvl2pPr lvl="1">
              <a:spcBef>
                <a:spcPts val="0"/>
              </a:spcBef>
              <a:spcAft>
                <a:spcPts val="0"/>
              </a:spcAft>
              <a:buClr>
                <a:srgbClr val="212526"/>
              </a:buClr>
              <a:buSzPts val="3600"/>
              <a:buNone/>
              <a:defRPr sz="3600">
                <a:solidFill>
                  <a:srgbClr val="212526"/>
                </a:solidFill>
              </a:defRPr>
            </a:lvl2pPr>
            <a:lvl3pPr lvl="2">
              <a:spcBef>
                <a:spcPts val="0"/>
              </a:spcBef>
              <a:spcAft>
                <a:spcPts val="0"/>
              </a:spcAft>
              <a:buClr>
                <a:srgbClr val="212526"/>
              </a:buClr>
              <a:buSzPts val="3600"/>
              <a:buNone/>
              <a:defRPr sz="3600">
                <a:solidFill>
                  <a:srgbClr val="212526"/>
                </a:solidFill>
              </a:defRPr>
            </a:lvl3pPr>
            <a:lvl4pPr lvl="3">
              <a:spcBef>
                <a:spcPts val="0"/>
              </a:spcBef>
              <a:spcAft>
                <a:spcPts val="0"/>
              </a:spcAft>
              <a:buClr>
                <a:srgbClr val="212526"/>
              </a:buClr>
              <a:buSzPts val="3600"/>
              <a:buNone/>
              <a:defRPr sz="3600">
                <a:solidFill>
                  <a:srgbClr val="212526"/>
                </a:solidFill>
              </a:defRPr>
            </a:lvl4pPr>
            <a:lvl5pPr lvl="4">
              <a:spcBef>
                <a:spcPts val="0"/>
              </a:spcBef>
              <a:spcAft>
                <a:spcPts val="0"/>
              </a:spcAft>
              <a:buClr>
                <a:srgbClr val="212526"/>
              </a:buClr>
              <a:buSzPts val="3600"/>
              <a:buNone/>
              <a:defRPr sz="3600">
                <a:solidFill>
                  <a:srgbClr val="212526"/>
                </a:solidFill>
              </a:defRPr>
            </a:lvl5pPr>
            <a:lvl6pPr lvl="5">
              <a:spcBef>
                <a:spcPts val="0"/>
              </a:spcBef>
              <a:spcAft>
                <a:spcPts val="0"/>
              </a:spcAft>
              <a:buClr>
                <a:srgbClr val="212526"/>
              </a:buClr>
              <a:buSzPts val="3600"/>
              <a:buNone/>
              <a:defRPr sz="3600">
                <a:solidFill>
                  <a:srgbClr val="212526"/>
                </a:solidFill>
              </a:defRPr>
            </a:lvl6pPr>
            <a:lvl7pPr lvl="6">
              <a:spcBef>
                <a:spcPts val="0"/>
              </a:spcBef>
              <a:spcAft>
                <a:spcPts val="0"/>
              </a:spcAft>
              <a:buClr>
                <a:srgbClr val="212526"/>
              </a:buClr>
              <a:buSzPts val="3600"/>
              <a:buNone/>
              <a:defRPr sz="3600">
                <a:solidFill>
                  <a:srgbClr val="212526"/>
                </a:solidFill>
              </a:defRPr>
            </a:lvl7pPr>
            <a:lvl8pPr lvl="7">
              <a:spcBef>
                <a:spcPts val="0"/>
              </a:spcBef>
              <a:spcAft>
                <a:spcPts val="0"/>
              </a:spcAft>
              <a:buClr>
                <a:srgbClr val="212526"/>
              </a:buClr>
              <a:buSzPts val="3600"/>
              <a:buNone/>
              <a:defRPr sz="3600">
                <a:solidFill>
                  <a:srgbClr val="212526"/>
                </a:solidFill>
              </a:defRPr>
            </a:lvl8pPr>
            <a:lvl9pPr lvl="8">
              <a:spcBef>
                <a:spcPts val="0"/>
              </a:spcBef>
              <a:spcAft>
                <a:spcPts val="0"/>
              </a:spcAft>
              <a:buClr>
                <a:srgbClr val="212526"/>
              </a:buClr>
              <a:buSzPts val="3600"/>
              <a:buNone/>
              <a:defRPr sz="3600">
                <a:solidFill>
                  <a:srgbClr val="212526"/>
                </a:solidFill>
              </a:defRPr>
            </a:lvl9pPr>
          </a:lstStyle>
          <a:p/>
        </p:txBody>
      </p:sp>
      <p:sp>
        <p:nvSpPr>
          <p:cNvPr id="493" name="Google Shape;493;p30"/>
          <p:cNvSpPr txBox="1"/>
          <p:nvPr>
            <p:ph idx="3"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94" name="Google Shape;494;p30"/>
          <p:cNvSpPr txBox="1"/>
          <p:nvPr>
            <p:ph idx="4" type="title"/>
          </p:nvPr>
        </p:nvSpPr>
        <p:spPr>
          <a:xfrm>
            <a:off x="515311" y="779159"/>
            <a:ext cx="4546500" cy="39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200"/>
              <a:buFont typeface="Lexend"/>
              <a:buNone/>
              <a:defRPr sz="2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2-Dark">
  <p:cSld name="SECTION_HEADER_2_1_1_1_1_1_1_1_1_1">
    <p:spTree>
      <p:nvGrpSpPr>
        <p:cNvPr id="495" name="Shape 495"/>
        <p:cNvGrpSpPr/>
        <p:nvPr/>
      </p:nvGrpSpPr>
      <p:grpSpPr>
        <a:xfrm>
          <a:off x="0" y="0"/>
          <a:ext cx="0" cy="0"/>
          <a:chOff x="0" y="0"/>
          <a:chExt cx="0" cy="0"/>
        </a:xfrm>
      </p:grpSpPr>
      <p:sp>
        <p:nvSpPr>
          <p:cNvPr id="496" name="Google Shape;496;p31"/>
          <p:cNvSpPr/>
          <p:nvPr/>
        </p:nvSpPr>
        <p:spPr>
          <a:xfrm>
            <a:off x="-50" y="50"/>
            <a:ext cx="9144000" cy="5143500"/>
          </a:xfrm>
          <a:prstGeom prst="rect">
            <a:avLst/>
          </a:prstGeom>
          <a:solidFill>
            <a:srgbClr val="21252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97" name="Google Shape;497;p31"/>
          <p:cNvGrpSpPr/>
          <p:nvPr/>
        </p:nvGrpSpPr>
        <p:grpSpPr>
          <a:xfrm>
            <a:off x="-1" y="-19"/>
            <a:ext cx="704286" cy="5143552"/>
            <a:chOff x="360000" y="360000"/>
            <a:chExt cx="446146" cy="3258300"/>
          </a:xfrm>
        </p:grpSpPr>
        <p:sp>
          <p:nvSpPr>
            <p:cNvPr id="498" name="Google Shape;498;p31"/>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9" name="Google Shape;499;p31"/>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0" name="Google Shape;500;p31"/>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501" name="Google Shape;501;p31"/>
          <p:cNvGrpSpPr/>
          <p:nvPr/>
        </p:nvGrpSpPr>
        <p:grpSpPr>
          <a:xfrm>
            <a:off x="8866175" y="25"/>
            <a:ext cx="277800" cy="461700"/>
            <a:chOff x="8866175" y="25"/>
            <a:chExt cx="277800" cy="461700"/>
          </a:xfrm>
        </p:grpSpPr>
        <p:sp>
          <p:nvSpPr>
            <p:cNvPr id="502" name="Google Shape;502;p31"/>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03" name="Google Shape;503;p31"/>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504" name="Google Shape;504;p31"/>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grpSp>
        <p:nvGrpSpPr>
          <p:cNvPr id="505" name="Google Shape;505;p31"/>
          <p:cNvGrpSpPr/>
          <p:nvPr/>
        </p:nvGrpSpPr>
        <p:grpSpPr>
          <a:xfrm>
            <a:off x="-1" y="-19"/>
            <a:ext cx="704286" cy="5143552"/>
            <a:chOff x="360000" y="360000"/>
            <a:chExt cx="446146" cy="3258300"/>
          </a:xfrm>
        </p:grpSpPr>
        <p:sp>
          <p:nvSpPr>
            <p:cNvPr id="506" name="Google Shape;506;p31"/>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31"/>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8" name="Google Shape;508;p31"/>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509" name="Google Shape;509;p31"/>
          <p:cNvGrpSpPr/>
          <p:nvPr/>
        </p:nvGrpSpPr>
        <p:grpSpPr>
          <a:xfrm>
            <a:off x="586150" y="1340584"/>
            <a:ext cx="7971675" cy="3366135"/>
            <a:chOff x="586150" y="1314650"/>
            <a:chExt cx="7971675" cy="3534000"/>
          </a:xfrm>
        </p:grpSpPr>
        <p:grpSp>
          <p:nvGrpSpPr>
            <p:cNvPr id="510" name="Google Shape;510;p31"/>
            <p:cNvGrpSpPr/>
            <p:nvPr/>
          </p:nvGrpSpPr>
          <p:grpSpPr>
            <a:xfrm>
              <a:off x="586150" y="1314650"/>
              <a:ext cx="7971675" cy="1767000"/>
              <a:chOff x="577775" y="1457000"/>
              <a:chExt cx="7971675" cy="1767000"/>
            </a:xfrm>
          </p:grpSpPr>
          <p:sp>
            <p:nvSpPr>
              <p:cNvPr id="511" name="Google Shape;511;p31"/>
              <p:cNvSpPr/>
              <p:nvPr/>
            </p:nvSpPr>
            <p:spPr>
              <a:xfrm>
                <a:off x="577775" y="1457000"/>
                <a:ext cx="1992900" cy="1767000"/>
              </a:xfrm>
              <a:prstGeom prst="rect">
                <a:avLst/>
              </a:prstGeom>
              <a:solidFill>
                <a:srgbClr val="1F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2" name="Google Shape;512;p31"/>
              <p:cNvSpPr/>
              <p:nvPr/>
            </p:nvSpPr>
            <p:spPr>
              <a:xfrm>
                <a:off x="2570700" y="1457000"/>
                <a:ext cx="1992900" cy="17670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3" name="Google Shape;513;p31"/>
              <p:cNvSpPr/>
              <p:nvPr/>
            </p:nvSpPr>
            <p:spPr>
              <a:xfrm>
                <a:off x="4563625" y="1457000"/>
                <a:ext cx="1992900" cy="1767000"/>
              </a:xfrm>
              <a:prstGeom prst="rect">
                <a:avLst/>
              </a:prstGeom>
              <a:solidFill>
                <a:srgbClr val="3CC0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4" name="Google Shape;514;p31"/>
              <p:cNvSpPr/>
              <p:nvPr/>
            </p:nvSpPr>
            <p:spPr>
              <a:xfrm>
                <a:off x="6556550" y="1457000"/>
                <a:ext cx="1992900" cy="17670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15" name="Google Shape;515;p31"/>
            <p:cNvSpPr/>
            <p:nvPr/>
          </p:nvSpPr>
          <p:spPr>
            <a:xfrm>
              <a:off x="586150" y="3081650"/>
              <a:ext cx="1992900" cy="17670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6" name="Google Shape;516;p31"/>
            <p:cNvSpPr/>
            <p:nvPr/>
          </p:nvSpPr>
          <p:spPr>
            <a:xfrm>
              <a:off x="2579075" y="3081650"/>
              <a:ext cx="1992900" cy="1767000"/>
            </a:xfrm>
            <a:prstGeom prst="rect">
              <a:avLst/>
            </a:prstGeom>
            <a:solidFill>
              <a:srgbClr val="1955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7" name="Google Shape;517;p31"/>
            <p:cNvSpPr/>
            <p:nvPr/>
          </p:nvSpPr>
          <p:spPr>
            <a:xfrm>
              <a:off x="4572000" y="3081650"/>
              <a:ext cx="1992900" cy="17670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8" name="Google Shape;518;p31"/>
            <p:cNvSpPr/>
            <p:nvPr/>
          </p:nvSpPr>
          <p:spPr>
            <a:xfrm>
              <a:off x="6564925" y="3081650"/>
              <a:ext cx="1992900" cy="1767000"/>
            </a:xfrm>
            <a:prstGeom prst="rect">
              <a:avLst/>
            </a:prstGeom>
            <a:solidFill>
              <a:srgbClr val="FF78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19" name="Google Shape;519;p31"/>
          <p:cNvSpPr txBox="1"/>
          <p:nvPr>
            <p:ph type="title"/>
          </p:nvPr>
        </p:nvSpPr>
        <p:spPr>
          <a:xfrm>
            <a:off x="761975" y="1473750"/>
            <a:ext cx="1658100" cy="1415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None/>
              <a:defRPr b="0" sz="1000">
                <a:solidFill>
                  <a:schemeClr val="lt1"/>
                </a:solidFill>
              </a:defRPr>
            </a:lvl1pPr>
            <a:lvl2pPr lvl="1">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2pPr>
            <a:lvl3pPr lvl="2">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3pPr>
            <a:lvl4pPr lvl="3">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4pPr>
            <a:lvl5pPr lvl="4">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5pPr>
            <a:lvl6pPr lvl="5">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6pPr>
            <a:lvl7pPr lvl="6">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7pPr>
            <a:lvl8pPr lvl="7">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8pPr>
            <a:lvl9pPr lvl="8">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9pPr>
          </a:lstStyle>
          <a:p/>
        </p:txBody>
      </p:sp>
      <p:sp>
        <p:nvSpPr>
          <p:cNvPr id="520" name="Google Shape;520;p31"/>
          <p:cNvSpPr txBox="1"/>
          <p:nvPr>
            <p:ph idx="2" type="title"/>
          </p:nvPr>
        </p:nvSpPr>
        <p:spPr>
          <a:xfrm>
            <a:off x="2748200" y="3158525"/>
            <a:ext cx="1658100" cy="1415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None/>
              <a:defRPr b="0" sz="1000">
                <a:solidFill>
                  <a:schemeClr val="lt1"/>
                </a:solidFill>
              </a:defRPr>
            </a:lvl1pPr>
            <a:lvl2pPr lvl="1">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2pPr>
            <a:lvl3pPr lvl="2">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3pPr>
            <a:lvl4pPr lvl="3">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4pPr>
            <a:lvl5pPr lvl="4">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5pPr>
            <a:lvl6pPr lvl="5">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6pPr>
            <a:lvl7pPr lvl="6">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7pPr>
            <a:lvl8pPr lvl="7">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8pPr>
            <a:lvl9pPr lvl="8">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9pPr>
          </a:lstStyle>
          <a:p/>
        </p:txBody>
      </p:sp>
      <p:sp>
        <p:nvSpPr>
          <p:cNvPr id="521" name="Google Shape;521;p31"/>
          <p:cNvSpPr txBox="1"/>
          <p:nvPr>
            <p:ph idx="3" type="title"/>
          </p:nvPr>
        </p:nvSpPr>
        <p:spPr>
          <a:xfrm>
            <a:off x="4734425" y="1473750"/>
            <a:ext cx="1658100" cy="1415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None/>
              <a:defRPr b="0" sz="1000">
                <a:solidFill>
                  <a:schemeClr val="lt1"/>
                </a:solidFill>
              </a:defRPr>
            </a:lvl1pPr>
            <a:lvl2pPr lvl="1">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2pPr>
            <a:lvl3pPr lvl="2">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3pPr>
            <a:lvl4pPr lvl="3">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4pPr>
            <a:lvl5pPr lvl="4">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5pPr>
            <a:lvl6pPr lvl="5">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6pPr>
            <a:lvl7pPr lvl="6">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7pPr>
            <a:lvl8pPr lvl="7">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8pPr>
            <a:lvl9pPr lvl="8">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9pPr>
          </a:lstStyle>
          <a:p/>
        </p:txBody>
      </p:sp>
      <p:sp>
        <p:nvSpPr>
          <p:cNvPr id="522" name="Google Shape;522;p31"/>
          <p:cNvSpPr txBox="1"/>
          <p:nvPr>
            <p:ph idx="4" type="title"/>
          </p:nvPr>
        </p:nvSpPr>
        <p:spPr>
          <a:xfrm>
            <a:off x="6729025" y="3158525"/>
            <a:ext cx="1658100" cy="1415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None/>
              <a:defRPr b="0" sz="1000">
                <a:solidFill>
                  <a:schemeClr val="lt1"/>
                </a:solidFill>
              </a:defRPr>
            </a:lvl1pPr>
            <a:lvl2pPr lvl="1">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2pPr>
            <a:lvl3pPr lvl="2">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3pPr>
            <a:lvl4pPr lvl="3">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4pPr>
            <a:lvl5pPr lvl="4">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5pPr>
            <a:lvl6pPr lvl="5">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6pPr>
            <a:lvl7pPr lvl="6">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7pPr>
            <a:lvl8pPr lvl="7">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8pPr>
            <a:lvl9pPr lvl="8">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9pPr>
          </a:lstStyle>
          <a:p/>
        </p:txBody>
      </p:sp>
      <p:sp>
        <p:nvSpPr>
          <p:cNvPr id="523" name="Google Shape;523;p31"/>
          <p:cNvSpPr txBox="1"/>
          <p:nvPr>
            <p:ph idx="5"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524" name="Google Shape;524;p31"/>
          <p:cNvSpPr txBox="1"/>
          <p:nvPr>
            <p:ph idx="6" type="title"/>
          </p:nvPr>
        </p:nvSpPr>
        <p:spPr>
          <a:xfrm>
            <a:off x="515311" y="779159"/>
            <a:ext cx="4546500" cy="39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200"/>
              <a:buFont typeface="Lexend"/>
              <a:buNone/>
              <a:defRPr sz="2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alues">
  <p:cSld name="SECTION_HEADER_2_1_1_1_1_1_1_1_1_1_1">
    <p:spTree>
      <p:nvGrpSpPr>
        <p:cNvPr id="525" name="Shape 525"/>
        <p:cNvGrpSpPr/>
        <p:nvPr/>
      </p:nvGrpSpPr>
      <p:grpSpPr>
        <a:xfrm>
          <a:off x="0" y="0"/>
          <a:ext cx="0" cy="0"/>
          <a:chOff x="0" y="0"/>
          <a:chExt cx="0" cy="0"/>
        </a:xfrm>
      </p:grpSpPr>
      <p:sp>
        <p:nvSpPr>
          <p:cNvPr id="526" name="Google Shape;526;p32"/>
          <p:cNvSpPr/>
          <p:nvPr/>
        </p:nvSpPr>
        <p:spPr>
          <a:xfrm>
            <a:off x="-50" y="50"/>
            <a:ext cx="9144000" cy="5143500"/>
          </a:xfrm>
          <a:prstGeom prst="rect">
            <a:avLst/>
          </a:prstGeom>
          <a:solidFill>
            <a:srgbClr val="21252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27" name="Google Shape;527;p32"/>
          <p:cNvGrpSpPr/>
          <p:nvPr/>
        </p:nvGrpSpPr>
        <p:grpSpPr>
          <a:xfrm>
            <a:off x="-1" y="-19"/>
            <a:ext cx="704286" cy="5143552"/>
            <a:chOff x="360000" y="360000"/>
            <a:chExt cx="446146" cy="3258300"/>
          </a:xfrm>
        </p:grpSpPr>
        <p:sp>
          <p:nvSpPr>
            <p:cNvPr id="528" name="Google Shape;528;p32"/>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p32"/>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0" name="Google Shape;530;p32"/>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531" name="Google Shape;531;p32"/>
          <p:cNvGrpSpPr/>
          <p:nvPr/>
        </p:nvGrpSpPr>
        <p:grpSpPr>
          <a:xfrm>
            <a:off x="8866175" y="25"/>
            <a:ext cx="277800" cy="461700"/>
            <a:chOff x="8866175" y="25"/>
            <a:chExt cx="277800" cy="461700"/>
          </a:xfrm>
        </p:grpSpPr>
        <p:sp>
          <p:nvSpPr>
            <p:cNvPr id="532" name="Google Shape;532;p32"/>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33" name="Google Shape;533;p32"/>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534" name="Google Shape;534;p32"/>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grpSp>
        <p:nvGrpSpPr>
          <p:cNvPr id="535" name="Google Shape;535;p32"/>
          <p:cNvGrpSpPr/>
          <p:nvPr/>
        </p:nvGrpSpPr>
        <p:grpSpPr>
          <a:xfrm>
            <a:off x="-1" y="-19"/>
            <a:ext cx="704286" cy="5143552"/>
            <a:chOff x="360000" y="360000"/>
            <a:chExt cx="446146" cy="3258300"/>
          </a:xfrm>
        </p:grpSpPr>
        <p:sp>
          <p:nvSpPr>
            <p:cNvPr id="536" name="Google Shape;536;p32"/>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7" name="Google Shape;537;p32"/>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8" name="Google Shape;538;p32"/>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539" name="Google Shape;539;p32"/>
          <p:cNvGrpSpPr/>
          <p:nvPr/>
        </p:nvGrpSpPr>
        <p:grpSpPr>
          <a:xfrm>
            <a:off x="586150" y="1340584"/>
            <a:ext cx="7971675" cy="3366135"/>
            <a:chOff x="586150" y="1314650"/>
            <a:chExt cx="7971675" cy="3534000"/>
          </a:xfrm>
        </p:grpSpPr>
        <p:grpSp>
          <p:nvGrpSpPr>
            <p:cNvPr id="540" name="Google Shape;540;p32"/>
            <p:cNvGrpSpPr/>
            <p:nvPr/>
          </p:nvGrpSpPr>
          <p:grpSpPr>
            <a:xfrm>
              <a:off x="586150" y="1314650"/>
              <a:ext cx="7971675" cy="1767000"/>
              <a:chOff x="577775" y="1457000"/>
              <a:chExt cx="7971675" cy="1767000"/>
            </a:xfrm>
          </p:grpSpPr>
          <p:sp>
            <p:nvSpPr>
              <p:cNvPr id="541" name="Google Shape;541;p32"/>
              <p:cNvSpPr/>
              <p:nvPr/>
            </p:nvSpPr>
            <p:spPr>
              <a:xfrm>
                <a:off x="577775" y="1457000"/>
                <a:ext cx="1992900" cy="1767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32"/>
              <p:cNvSpPr/>
              <p:nvPr/>
            </p:nvSpPr>
            <p:spPr>
              <a:xfrm>
                <a:off x="2570700" y="1457000"/>
                <a:ext cx="1992900" cy="1767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32"/>
              <p:cNvSpPr/>
              <p:nvPr/>
            </p:nvSpPr>
            <p:spPr>
              <a:xfrm>
                <a:off x="4563625" y="1457000"/>
                <a:ext cx="1992900" cy="1767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4" name="Google Shape;544;p32"/>
              <p:cNvSpPr/>
              <p:nvPr/>
            </p:nvSpPr>
            <p:spPr>
              <a:xfrm>
                <a:off x="6556550" y="1457000"/>
                <a:ext cx="1992900" cy="17670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45" name="Google Shape;545;p32"/>
            <p:cNvSpPr/>
            <p:nvPr/>
          </p:nvSpPr>
          <p:spPr>
            <a:xfrm>
              <a:off x="586150" y="3081650"/>
              <a:ext cx="1992900" cy="17670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6" name="Google Shape;546;p32"/>
            <p:cNvSpPr/>
            <p:nvPr/>
          </p:nvSpPr>
          <p:spPr>
            <a:xfrm>
              <a:off x="2579075" y="3081650"/>
              <a:ext cx="1992900" cy="176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7" name="Google Shape;547;p32"/>
            <p:cNvSpPr/>
            <p:nvPr/>
          </p:nvSpPr>
          <p:spPr>
            <a:xfrm>
              <a:off x="4572000" y="3081650"/>
              <a:ext cx="1992900" cy="1767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8" name="Google Shape;548;p32"/>
            <p:cNvSpPr/>
            <p:nvPr/>
          </p:nvSpPr>
          <p:spPr>
            <a:xfrm>
              <a:off x="6564925" y="3081650"/>
              <a:ext cx="1992900" cy="176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49" name="Google Shape;549;p32"/>
          <p:cNvSpPr txBox="1"/>
          <p:nvPr>
            <p:ph type="title"/>
          </p:nvPr>
        </p:nvSpPr>
        <p:spPr>
          <a:xfrm>
            <a:off x="761975" y="1473750"/>
            <a:ext cx="1658100" cy="1415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None/>
              <a:defRPr b="0" sz="1000">
                <a:solidFill>
                  <a:schemeClr val="lt1"/>
                </a:solidFill>
              </a:defRPr>
            </a:lvl1pPr>
            <a:lvl2pPr lvl="1">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2pPr>
            <a:lvl3pPr lvl="2">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3pPr>
            <a:lvl4pPr lvl="3">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4pPr>
            <a:lvl5pPr lvl="4">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5pPr>
            <a:lvl6pPr lvl="5">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6pPr>
            <a:lvl7pPr lvl="6">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7pPr>
            <a:lvl8pPr lvl="7">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8pPr>
            <a:lvl9pPr lvl="8">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9pPr>
          </a:lstStyle>
          <a:p/>
        </p:txBody>
      </p:sp>
      <p:sp>
        <p:nvSpPr>
          <p:cNvPr id="550" name="Google Shape;550;p32"/>
          <p:cNvSpPr txBox="1"/>
          <p:nvPr>
            <p:ph idx="2" type="title"/>
          </p:nvPr>
        </p:nvSpPr>
        <p:spPr>
          <a:xfrm>
            <a:off x="2748200" y="3158525"/>
            <a:ext cx="1658100" cy="1415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None/>
              <a:defRPr b="0" sz="1000">
                <a:solidFill>
                  <a:schemeClr val="lt1"/>
                </a:solidFill>
              </a:defRPr>
            </a:lvl1pPr>
            <a:lvl2pPr lvl="1">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2pPr>
            <a:lvl3pPr lvl="2">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3pPr>
            <a:lvl4pPr lvl="3">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4pPr>
            <a:lvl5pPr lvl="4">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5pPr>
            <a:lvl6pPr lvl="5">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6pPr>
            <a:lvl7pPr lvl="6">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7pPr>
            <a:lvl8pPr lvl="7">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8pPr>
            <a:lvl9pPr lvl="8">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9pPr>
          </a:lstStyle>
          <a:p/>
        </p:txBody>
      </p:sp>
      <p:sp>
        <p:nvSpPr>
          <p:cNvPr id="551" name="Google Shape;551;p32"/>
          <p:cNvSpPr txBox="1"/>
          <p:nvPr>
            <p:ph idx="3" type="title"/>
          </p:nvPr>
        </p:nvSpPr>
        <p:spPr>
          <a:xfrm>
            <a:off x="4734425" y="1473750"/>
            <a:ext cx="1658100" cy="1415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None/>
              <a:defRPr b="0" sz="1000">
                <a:solidFill>
                  <a:schemeClr val="lt1"/>
                </a:solidFill>
              </a:defRPr>
            </a:lvl1pPr>
            <a:lvl2pPr lvl="1">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2pPr>
            <a:lvl3pPr lvl="2">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3pPr>
            <a:lvl4pPr lvl="3">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4pPr>
            <a:lvl5pPr lvl="4">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5pPr>
            <a:lvl6pPr lvl="5">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6pPr>
            <a:lvl7pPr lvl="6">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7pPr>
            <a:lvl8pPr lvl="7">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8pPr>
            <a:lvl9pPr lvl="8">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9pPr>
          </a:lstStyle>
          <a:p/>
        </p:txBody>
      </p:sp>
      <p:sp>
        <p:nvSpPr>
          <p:cNvPr id="552" name="Google Shape;552;p32"/>
          <p:cNvSpPr txBox="1"/>
          <p:nvPr>
            <p:ph idx="4" type="title"/>
          </p:nvPr>
        </p:nvSpPr>
        <p:spPr>
          <a:xfrm>
            <a:off x="6729025" y="3158525"/>
            <a:ext cx="1658100" cy="1415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None/>
              <a:defRPr b="0" sz="1000">
                <a:solidFill>
                  <a:schemeClr val="lt1"/>
                </a:solidFill>
              </a:defRPr>
            </a:lvl1pPr>
            <a:lvl2pPr lvl="1">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2pPr>
            <a:lvl3pPr lvl="2">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3pPr>
            <a:lvl4pPr lvl="3">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4pPr>
            <a:lvl5pPr lvl="4">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5pPr>
            <a:lvl6pPr lvl="5">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6pPr>
            <a:lvl7pPr lvl="6">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7pPr>
            <a:lvl8pPr lvl="7">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8pPr>
            <a:lvl9pPr lvl="8">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9pPr>
          </a:lstStyle>
          <a:p/>
        </p:txBody>
      </p:sp>
      <p:sp>
        <p:nvSpPr>
          <p:cNvPr id="553" name="Google Shape;553;p32"/>
          <p:cNvSpPr txBox="1"/>
          <p:nvPr>
            <p:ph idx="5"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554" name="Google Shape;554;p32"/>
          <p:cNvSpPr txBox="1"/>
          <p:nvPr>
            <p:ph idx="6" type="title"/>
          </p:nvPr>
        </p:nvSpPr>
        <p:spPr>
          <a:xfrm>
            <a:off x="515311" y="779159"/>
            <a:ext cx="4546500" cy="39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200"/>
              <a:buFont typeface="Lexend"/>
              <a:buNone/>
              <a:defRPr sz="2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555" name="Google Shape;555;p32"/>
          <p:cNvSpPr txBox="1"/>
          <p:nvPr>
            <p:ph idx="7" type="title"/>
          </p:nvPr>
        </p:nvSpPr>
        <p:spPr>
          <a:xfrm>
            <a:off x="2748200" y="1458075"/>
            <a:ext cx="1658100" cy="1415100"/>
          </a:xfrm>
          <a:prstGeom prst="rect">
            <a:avLst/>
          </a:prstGeom>
        </p:spPr>
        <p:txBody>
          <a:bodyPr anchorCtr="0" anchor="t" bIns="0" lIns="0" spcFirstLastPara="1" rIns="0" wrap="square" tIns="0">
            <a:spAutoFit/>
          </a:bodyPr>
          <a:lstStyle>
            <a:lvl1pPr lvl="0">
              <a:spcBef>
                <a:spcPts val="0"/>
              </a:spcBef>
              <a:spcAft>
                <a:spcPts val="0"/>
              </a:spcAft>
              <a:buSzPts val="1000"/>
              <a:buNone/>
              <a:defRPr b="0" sz="1000"/>
            </a:lvl1pPr>
            <a:lvl2pPr lvl="1">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2pPr>
            <a:lvl3pPr lvl="2">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3pPr>
            <a:lvl4pPr lvl="3">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4pPr>
            <a:lvl5pPr lvl="4">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5pPr>
            <a:lvl6pPr lvl="5">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6pPr>
            <a:lvl7pPr lvl="6">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7pPr>
            <a:lvl8pPr lvl="7">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8pPr>
            <a:lvl9pPr lvl="8">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9pPr>
          </a:lstStyle>
          <a:p/>
        </p:txBody>
      </p:sp>
      <p:sp>
        <p:nvSpPr>
          <p:cNvPr id="556" name="Google Shape;556;p32"/>
          <p:cNvSpPr txBox="1"/>
          <p:nvPr>
            <p:ph idx="8" type="title"/>
          </p:nvPr>
        </p:nvSpPr>
        <p:spPr>
          <a:xfrm>
            <a:off x="4738613" y="3158525"/>
            <a:ext cx="1658100" cy="1415100"/>
          </a:xfrm>
          <a:prstGeom prst="rect">
            <a:avLst/>
          </a:prstGeom>
        </p:spPr>
        <p:txBody>
          <a:bodyPr anchorCtr="0" anchor="t" bIns="0" lIns="0" spcFirstLastPara="1" rIns="0" wrap="square" tIns="0">
            <a:spAutoFit/>
          </a:bodyPr>
          <a:lstStyle>
            <a:lvl1pPr lvl="0">
              <a:spcBef>
                <a:spcPts val="0"/>
              </a:spcBef>
              <a:spcAft>
                <a:spcPts val="0"/>
              </a:spcAft>
              <a:buSzPts val="1000"/>
              <a:buNone/>
              <a:defRPr b="0" sz="1000"/>
            </a:lvl1pPr>
            <a:lvl2pPr lvl="1">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2pPr>
            <a:lvl3pPr lvl="2">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3pPr>
            <a:lvl4pPr lvl="3">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4pPr>
            <a:lvl5pPr lvl="4">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5pPr>
            <a:lvl6pPr lvl="5">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6pPr>
            <a:lvl7pPr lvl="6">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7pPr>
            <a:lvl8pPr lvl="7">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8pPr>
            <a:lvl9pPr lvl="8">
              <a:spcBef>
                <a:spcPts val="0"/>
              </a:spcBef>
              <a:spcAft>
                <a:spcPts val="0"/>
              </a:spcAft>
              <a:buClr>
                <a:srgbClr val="212526"/>
              </a:buClr>
              <a:buSzPts val="3600"/>
              <a:buFont typeface="Lexend"/>
              <a:buNone/>
              <a:defRPr sz="3600">
                <a:solidFill>
                  <a:srgbClr val="212526"/>
                </a:solidFill>
                <a:latin typeface="Lexend"/>
                <a:ea typeface="Lexend"/>
                <a:cs typeface="Lexend"/>
                <a:sym typeface="Lexend"/>
              </a:defRPr>
            </a:lvl9pPr>
          </a:lstStyle>
          <a:p/>
        </p:txBody>
      </p:sp>
      <p:pic>
        <p:nvPicPr>
          <p:cNvPr id="557" name="Google Shape;557;p32"/>
          <p:cNvPicPr preferRelativeResize="0"/>
          <p:nvPr/>
        </p:nvPicPr>
        <p:blipFill rotWithShape="1">
          <a:blip r:embed="rId3">
            <a:alphaModFix/>
          </a:blip>
          <a:srcRect b="4461" l="23275" r="27298" t="10"/>
          <a:stretch/>
        </p:blipFill>
        <p:spPr>
          <a:xfrm>
            <a:off x="586150" y="3029175"/>
            <a:ext cx="1993751" cy="1677550"/>
          </a:xfrm>
          <a:prstGeom prst="rect">
            <a:avLst/>
          </a:prstGeom>
          <a:noFill/>
          <a:ln>
            <a:noFill/>
          </a:ln>
        </p:spPr>
      </p:pic>
      <p:pic>
        <p:nvPicPr>
          <p:cNvPr id="558" name="Google Shape;558;p32"/>
          <p:cNvPicPr preferRelativeResize="0"/>
          <p:nvPr/>
        </p:nvPicPr>
        <p:blipFill rotWithShape="1">
          <a:blip r:embed="rId4">
            <a:alphaModFix/>
          </a:blip>
          <a:srcRect b="891" l="32782" r="20909" t="5291"/>
          <a:stretch/>
        </p:blipFill>
        <p:spPr>
          <a:xfrm>
            <a:off x="6565100" y="1345675"/>
            <a:ext cx="1993751" cy="1677551"/>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8">
  <p:cSld name="CUSTOM_16">
    <p:spTree>
      <p:nvGrpSpPr>
        <p:cNvPr id="559" name="Shape 559"/>
        <p:cNvGrpSpPr/>
        <p:nvPr/>
      </p:nvGrpSpPr>
      <p:grpSpPr>
        <a:xfrm>
          <a:off x="0" y="0"/>
          <a:ext cx="0" cy="0"/>
          <a:chOff x="0" y="0"/>
          <a:chExt cx="0" cy="0"/>
        </a:xfrm>
      </p:grpSpPr>
      <p:pic>
        <p:nvPicPr>
          <p:cNvPr id="560" name="Google Shape;560;p33"/>
          <p:cNvPicPr preferRelativeResize="0"/>
          <p:nvPr/>
        </p:nvPicPr>
        <p:blipFill rotWithShape="1">
          <a:blip r:embed="rId2">
            <a:alphaModFix/>
          </a:blip>
          <a:srcRect b="0" l="26031" r="18632" t="0"/>
          <a:stretch/>
        </p:blipFill>
        <p:spPr>
          <a:xfrm>
            <a:off x="4882825" y="-25"/>
            <a:ext cx="4261173" cy="5143550"/>
          </a:xfrm>
          <a:prstGeom prst="rect">
            <a:avLst/>
          </a:prstGeom>
          <a:noFill/>
          <a:ln>
            <a:noFill/>
          </a:ln>
        </p:spPr>
      </p:pic>
      <p:sp>
        <p:nvSpPr>
          <p:cNvPr id="561" name="Google Shape;561;p33"/>
          <p:cNvSpPr/>
          <p:nvPr/>
        </p:nvSpPr>
        <p:spPr>
          <a:xfrm rot="5400000">
            <a:off x="7159475" y="2229578"/>
            <a:ext cx="990900" cy="1743000"/>
          </a:xfrm>
          <a:prstGeom prst="rect">
            <a:avLst/>
          </a:prstGeom>
          <a:solidFill>
            <a:srgbClr val="FFFFFF">
              <a:alpha val="87339"/>
            </a:srgbClr>
          </a:solidFill>
          <a:ln cap="flat" cmpd="sng" w="9525">
            <a:solidFill>
              <a:srgbClr val="D5D8D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2" name="Google Shape;562;p33"/>
          <p:cNvSpPr/>
          <p:nvPr/>
        </p:nvSpPr>
        <p:spPr>
          <a:xfrm rot="5400000">
            <a:off x="7159475" y="3220882"/>
            <a:ext cx="990900" cy="1743000"/>
          </a:xfrm>
          <a:prstGeom prst="rect">
            <a:avLst/>
          </a:prstGeom>
          <a:solidFill>
            <a:srgbClr val="FFFFFF">
              <a:alpha val="87339"/>
            </a:srgbClr>
          </a:solidFill>
          <a:ln cap="flat" cmpd="sng" w="9525">
            <a:solidFill>
              <a:srgbClr val="D5D8D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3" name="Google Shape;563;p33"/>
          <p:cNvSpPr/>
          <p:nvPr/>
        </p:nvSpPr>
        <p:spPr>
          <a:xfrm rot="5400000">
            <a:off x="7159475" y="1238875"/>
            <a:ext cx="990900" cy="1743000"/>
          </a:xfrm>
          <a:prstGeom prst="rect">
            <a:avLst/>
          </a:prstGeom>
          <a:solidFill>
            <a:srgbClr val="FFFFFF">
              <a:alpha val="87339"/>
            </a:srgbClr>
          </a:solidFill>
          <a:ln cap="flat" cmpd="sng" w="9525">
            <a:solidFill>
              <a:srgbClr val="D5D8D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4" name="Google Shape;564;p33"/>
          <p:cNvSpPr txBox="1"/>
          <p:nvPr/>
        </p:nvSpPr>
        <p:spPr>
          <a:xfrm>
            <a:off x="5422500" y="1122625"/>
            <a:ext cx="30366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a:solidFill>
                  <a:schemeClr val="lt1"/>
                </a:solidFill>
                <a:latin typeface="Lexend Medium"/>
                <a:ea typeface="Lexend Medium"/>
                <a:cs typeface="Lexend Medium"/>
                <a:sym typeface="Lexend Medium"/>
              </a:rPr>
              <a:t>Our impacts:</a:t>
            </a:r>
            <a:endParaRPr>
              <a:solidFill>
                <a:schemeClr val="lt1"/>
              </a:solidFill>
              <a:latin typeface="Lexend Medium"/>
              <a:ea typeface="Lexend Medium"/>
              <a:cs typeface="Lexend Medium"/>
              <a:sym typeface="Lexend Medium"/>
            </a:endParaRPr>
          </a:p>
        </p:txBody>
      </p:sp>
      <p:grpSp>
        <p:nvGrpSpPr>
          <p:cNvPr id="565" name="Google Shape;565;p33"/>
          <p:cNvGrpSpPr/>
          <p:nvPr/>
        </p:nvGrpSpPr>
        <p:grpSpPr>
          <a:xfrm>
            <a:off x="-1" y="31"/>
            <a:ext cx="704286" cy="5143552"/>
            <a:chOff x="360000" y="360000"/>
            <a:chExt cx="446146" cy="3258300"/>
          </a:xfrm>
        </p:grpSpPr>
        <p:sp>
          <p:nvSpPr>
            <p:cNvPr id="566" name="Google Shape;566;p33"/>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7" name="Google Shape;567;p33"/>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8" name="Google Shape;568;p33"/>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69" name="Google Shape;569;p33"/>
          <p:cNvSpPr/>
          <p:nvPr/>
        </p:nvSpPr>
        <p:spPr>
          <a:xfrm rot="5400000">
            <a:off x="5646200" y="1469125"/>
            <a:ext cx="991500" cy="1283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0" name="Google Shape;570;p33"/>
          <p:cNvSpPr/>
          <p:nvPr/>
        </p:nvSpPr>
        <p:spPr>
          <a:xfrm rot="5400000">
            <a:off x="5646500" y="2459925"/>
            <a:ext cx="990900" cy="1283100"/>
          </a:xfrm>
          <a:prstGeom prst="rect">
            <a:avLst/>
          </a:prstGeom>
          <a:solidFill>
            <a:srgbClr val="215B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1" name="Google Shape;571;p33"/>
          <p:cNvSpPr/>
          <p:nvPr/>
        </p:nvSpPr>
        <p:spPr>
          <a:xfrm rot="5400000">
            <a:off x="5646500" y="3451025"/>
            <a:ext cx="990900" cy="1283100"/>
          </a:xfrm>
          <a:prstGeom prst="rect">
            <a:avLst/>
          </a:prstGeom>
          <a:solidFill>
            <a:srgbClr val="0030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2" name="Google Shape;572;p33"/>
          <p:cNvSpPr txBox="1"/>
          <p:nvPr/>
        </p:nvSpPr>
        <p:spPr>
          <a:xfrm>
            <a:off x="5597608" y="3743426"/>
            <a:ext cx="1134300" cy="33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000">
                <a:solidFill>
                  <a:srgbClr val="FFFFFF"/>
                </a:solidFill>
                <a:latin typeface="Lexend SemiBold"/>
                <a:ea typeface="Lexend SemiBold"/>
                <a:cs typeface="Lexend SemiBold"/>
                <a:sym typeface="Lexend SemiBold"/>
              </a:rPr>
              <a:t>$400,000 </a:t>
            </a:r>
            <a:endParaRPr sz="1000">
              <a:solidFill>
                <a:srgbClr val="FFFFFF"/>
              </a:solidFill>
              <a:latin typeface="Lexend SemiBold"/>
              <a:ea typeface="Lexend SemiBold"/>
              <a:cs typeface="Lexend SemiBold"/>
              <a:sym typeface="Lexend SemiBold"/>
            </a:endParaRPr>
          </a:p>
          <a:p>
            <a:pPr indent="0" lvl="0" marL="0" rtl="0" algn="l">
              <a:lnSpc>
                <a:spcPct val="115000"/>
              </a:lnSpc>
              <a:spcBef>
                <a:spcPts val="0"/>
              </a:spcBef>
              <a:spcAft>
                <a:spcPts val="0"/>
              </a:spcAft>
              <a:buNone/>
            </a:pPr>
            <a:r>
              <a:rPr lang="en-GB" sz="1000">
                <a:solidFill>
                  <a:srgbClr val="FFFFFF"/>
                </a:solidFill>
                <a:latin typeface="Lexend SemiBold"/>
                <a:ea typeface="Lexend SemiBold"/>
                <a:cs typeface="Lexend SemiBold"/>
                <a:sym typeface="Lexend SemiBold"/>
              </a:rPr>
              <a:t>yearly licence cost savings</a:t>
            </a:r>
            <a:endParaRPr sz="1000">
              <a:solidFill>
                <a:srgbClr val="FFFFFF"/>
              </a:solidFill>
              <a:latin typeface="Lexend SemiBold"/>
              <a:ea typeface="Lexend SemiBold"/>
              <a:cs typeface="Lexend SemiBold"/>
              <a:sym typeface="Lexend SemiBold"/>
            </a:endParaRPr>
          </a:p>
        </p:txBody>
      </p:sp>
      <p:sp>
        <p:nvSpPr>
          <p:cNvPr id="573" name="Google Shape;573;p33"/>
          <p:cNvSpPr txBox="1"/>
          <p:nvPr/>
        </p:nvSpPr>
        <p:spPr>
          <a:xfrm>
            <a:off x="5597608" y="2752326"/>
            <a:ext cx="1134300" cy="33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000">
                <a:solidFill>
                  <a:srgbClr val="FFFFFF"/>
                </a:solidFill>
                <a:latin typeface="Lexend SemiBold"/>
                <a:ea typeface="Lexend SemiBold"/>
                <a:cs typeface="Lexend SemiBold"/>
                <a:sym typeface="Lexend SemiBold"/>
              </a:rPr>
              <a:t>£30 million revenue 30% cart increase</a:t>
            </a:r>
            <a:endParaRPr sz="1000">
              <a:solidFill>
                <a:srgbClr val="FFFFFF"/>
              </a:solidFill>
              <a:latin typeface="Lexend SemiBold"/>
              <a:ea typeface="Lexend SemiBold"/>
              <a:cs typeface="Lexend SemiBold"/>
              <a:sym typeface="Lexend SemiBold"/>
            </a:endParaRPr>
          </a:p>
        </p:txBody>
      </p:sp>
      <p:sp>
        <p:nvSpPr>
          <p:cNvPr id="574" name="Google Shape;574;p33"/>
          <p:cNvSpPr txBox="1"/>
          <p:nvPr/>
        </p:nvSpPr>
        <p:spPr>
          <a:xfrm>
            <a:off x="5597608" y="1834475"/>
            <a:ext cx="1134300" cy="33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000">
                <a:solidFill>
                  <a:srgbClr val="FFFFFF"/>
                </a:solidFill>
                <a:latin typeface="Lexend SemiBold"/>
                <a:ea typeface="Lexend SemiBold"/>
                <a:cs typeface="Lexend SemiBold"/>
                <a:sym typeface="Lexend SemiBold"/>
              </a:rPr>
              <a:t>6000 yearly deployments</a:t>
            </a:r>
            <a:endParaRPr sz="1000">
              <a:solidFill>
                <a:srgbClr val="FFFFFF"/>
              </a:solidFill>
              <a:latin typeface="Lexend SemiBold"/>
              <a:ea typeface="Lexend SemiBold"/>
              <a:cs typeface="Lexend SemiBold"/>
              <a:sym typeface="Lexend SemiBold"/>
            </a:endParaRPr>
          </a:p>
        </p:txBody>
      </p:sp>
      <p:sp>
        <p:nvSpPr>
          <p:cNvPr id="575" name="Google Shape;575;p33"/>
          <p:cNvSpPr txBox="1"/>
          <p:nvPr/>
        </p:nvSpPr>
        <p:spPr>
          <a:xfrm>
            <a:off x="6912900" y="3647925"/>
            <a:ext cx="1546200" cy="4344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GB" sz="950">
                <a:solidFill>
                  <a:srgbClr val="222E31"/>
                </a:solidFill>
                <a:latin typeface="Lexend"/>
                <a:ea typeface="Lexend"/>
                <a:cs typeface="Lexend"/>
                <a:sym typeface="Lexend"/>
              </a:rPr>
              <a:t>Impact of building a custom EDI platform at a global home goods retailer</a:t>
            </a:r>
            <a:endParaRPr sz="950">
              <a:solidFill>
                <a:srgbClr val="222E31"/>
              </a:solidFill>
              <a:latin typeface="Lexend"/>
              <a:ea typeface="Lexend"/>
              <a:cs typeface="Lexend"/>
              <a:sym typeface="Lexend"/>
            </a:endParaRPr>
          </a:p>
        </p:txBody>
      </p:sp>
      <p:sp>
        <p:nvSpPr>
          <p:cNvPr id="576" name="Google Shape;576;p33"/>
          <p:cNvSpPr txBox="1"/>
          <p:nvPr/>
        </p:nvSpPr>
        <p:spPr>
          <a:xfrm>
            <a:off x="6912900" y="2663725"/>
            <a:ext cx="1546200" cy="4002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GB" sz="950">
                <a:solidFill>
                  <a:srgbClr val="222E31"/>
                </a:solidFill>
                <a:latin typeface="Lexend"/>
                <a:ea typeface="Lexend"/>
                <a:cs typeface="Lexend"/>
                <a:sym typeface="Lexend"/>
              </a:rPr>
              <a:t>Impacts of a new cloud search algorithm at John Lewis &amp; Partners</a:t>
            </a:r>
            <a:endParaRPr sz="950">
              <a:solidFill>
                <a:srgbClr val="222E31"/>
              </a:solidFill>
              <a:latin typeface="Lexend"/>
              <a:ea typeface="Lexend"/>
              <a:cs typeface="Lexend"/>
              <a:sym typeface="Lexend"/>
            </a:endParaRPr>
          </a:p>
        </p:txBody>
      </p:sp>
      <p:sp>
        <p:nvSpPr>
          <p:cNvPr id="577" name="Google Shape;577;p33"/>
          <p:cNvSpPr txBox="1"/>
          <p:nvPr/>
        </p:nvSpPr>
        <p:spPr>
          <a:xfrm>
            <a:off x="6912900" y="1819925"/>
            <a:ext cx="1546200" cy="367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GB" sz="950">
                <a:solidFill>
                  <a:srgbClr val="222E31"/>
                </a:solidFill>
                <a:latin typeface="Lexend"/>
                <a:ea typeface="Lexend"/>
                <a:cs typeface="Lexend"/>
                <a:sym typeface="Lexend"/>
              </a:rPr>
              <a:t>Accelerating delivery at Pret a Manger</a:t>
            </a:r>
            <a:endParaRPr sz="950">
              <a:solidFill>
                <a:srgbClr val="222E31"/>
              </a:solidFill>
              <a:latin typeface="Lexend"/>
              <a:ea typeface="Lexend"/>
              <a:cs typeface="Lexend"/>
              <a:sym typeface="Lexend"/>
            </a:endParaRPr>
          </a:p>
        </p:txBody>
      </p:sp>
      <p:sp>
        <p:nvSpPr>
          <p:cNvPr id="578" name="Google Shape;578;p33"/>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79" name="Google Shape;579;p33"/>
          <p:cNvPicPr preferRelativeResize="0"/>
          <p:nvPr/>
        </p:nvPicPr>
        <p:blipFill>
          <a:blip r:embed="rId3">
            <a:alphaModFix/>
          </a:blip>
          <a:stretch>
            <a:fillRect/>
          </a:stretch>
        </p:blipFill>
        <p:spPr>
          <a:xfrm>
            <a:off x="8933375" y="62875"/>
            <a:ext cx="143400" cy="129650"/>
          </a:xfrm>
          <a:prstGeom prst="rect">
            <a:avLst/>
          </a:prstGeom>
          <a:noFill/>
          <a:ln>
            <a:noFill/>
          </a:ln>
        </p:spPr>
      </p:pic>
      <p:sp>
        <p:nvSpPr>
          <p:cNvPr id="580" name="Google Shape;580;p33"/>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581" name="Google Shape;581;p33"/>
          <p:cNvSpPr txBox="1"/>
          <p:nvPr>
            <p:ph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582" name="Google Shape;582;p33"/>
          <p:cNvSpPr txBox="1"/>
          <p:nvPr/>
        </p:nvSpPr>
        <p:spPr>
          <a:xfrm>
            <a:off x="515300" y="682075"/>
            <a:ext cx="31953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rgbClr val="0F618C"/>
                </a:solidFill>
                <a:latin typeface="Lexend"/>
                <a:ea typeface="Lexend"/>
                <a:cs typeface="Lexend"/>
                <a:sym typeface="Lexend"/>
              </a:rPr>
              <a:t>Retail and ecommerce</a:t>
            </a:r>
            <a:endParaRPr sz="2200">
              <a:solidFill>
                <a:srgbClr val="0F618C"/>
              </a:solidFill>
              <a:latin typeface="Lexend"/>
              <a:ea typeface="Lexend"/>
              <a:cs typeface="Lexend"/>
              <a:sym typeface="Lexend"/>
            </a:endParaRPr>
          </a:p>
          <a:p>
            <a:pPr indent="0" lvl="0" marL="0" rtl="0" algn="l">
              <a:lnSpc>
                <a:spcPct val="100000"/>
              </a:lnSpc>
              <a:spcBef>
                <a:spcPts val="0"/>
              </a:spcBef>
              <a:spcAft>
                <a:spcPts val="0"/>
              </a:spcAft>
              <a:buNone/>
            </a:pPr>
            <a:r>
              <a:rPr lang="en-GB" sz="2200">
                <a:solidFill>
                  <a:srgbClr val="0F618C"/>
                </a:solidFill>
                <a:latin typeface="Lexend"/>
                <a:ea typeface="Lexend"/>
                <a:cs typeface="Lexend"/>
                <a:sym typeface="Lexend"/>
              </a:rPr>
              <a:t>expertise</a:t>
            </a:r>
            <a:endParaRPr sz="3500">
              <a:solidFill>
                <a:srgbClr val="0F618C"/>
              </a:solidFill>
              <a:latin typeface="Lexend"/>
              <a:ea typeface="Lexend"/>
              <a:cs typeface="Lexend"/>
              <a:sym typeface="Lexend"/>
            </a:endParaRPr>
          </a:p>
        </p:txBody>
      </p:sp>
      <p:sp>
        <p:nvSpPr>
          <p:cNvPr id="583" name="Google Shape;583;p33"/>
          <p:cNvSpPr txBox="1"/>
          <p:nvPr>
            <p:ph idx="2" type="title"/>
          </p:nvPr>
        </p:nvSpPr>
        <p:spPr>
          <a:xfrm>
            <a:off x="515300" y="1597450"/>
            <a:ext cx="38142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12526"/>
              </a:buClr>
              <a:buSzPts val="1000"/>
              <a:buNone/>
              <a:defRPr b="0" sz="1000">
                <a:solidFill>
                  <a:srgbClr val="212526"/>
                </a:solidFill>
              </a:defRPr>
            </a:lvl1pPr>
            <a:lvl2pPr lvl="1">
              <a:spcBef>
                <a:spcPts val="0"/>
              </a:spcBef>
              <a:spcAft>
                <a:spcPts val="0"/>
              </a:spcAft>
              <a:buSzPts val="3600"/>
              <a:buFont typeface="Lexend"/>
              <a:buNone/>
              <a:defRPr sz="3600">
                <a:latin typeface="Lexend"/>
                <a:ea typeface="Lexend"/>
                <a:cs typeface="Lexend"/>
                <a:sym typeface="Lexend"/>
              </a:defRPr>
            </a:lvl2pPr>
            <a:lvl3pPr lvl="2">
              <a:spcBef>
                <a:spcPts val="0"/>
              </a:spcBef>
              <a:spcAft>
                <a:spcPts val="0"/>
              </a:spcAft>
              <a:buSzPts val="3600"/>
              <a:buFont typeface="Lexend"/>
              <a:buNone/>
              <a:defRPr sz="3600">
                <a:latin typeface="Lexend"/>
                <a:ea typeface="Lexend"/>
                <a:cs typeface="Lexend"/>
                <a:sym typeface="Lexend"/>
              </a:defRPr>
            </a:lvl3pPr>
            <a:lvl4pPr lvl="3">
              <a:spcBef>
                <a:spcPts val="0"/>
              </a:spcBef>
              <a:spcAft>
                <a:spcPts val="0"/>
              </a:spcAft>
              <a:buSzPts val="3600"/>
              <a:buFont typeface="Lexend"/>
              <a:buNone/>
              <a:defRPr sz="3600">
                <a:latin typeface="Lexend"/>
                <a:ea typeface="Lexend"/>
                <a:cs typeface="Lexend"/>
                <a:sym typeface="Lexend"/>
              </a:defRPr>
            </a:lvl4pPr>
            <a:lvl5pPr lvl="4">
              <a:spcBef>
                <a:spcPts val="0"/>
              </a:spcBef>
              <a:spcAft>
                <a:spcPts val="0"/>
              </a:spcAft>
              <a:buSzPts val="3600"/>
              <a:buFont typeface="Lexend"/>
              <a:buNone/>
              <a:defRPr sz="3600">
                <a:latin typeface="Lexend"/>
                <a:ea typeface="Lexend"/>
                <a:cs typeface="Lexend"/>
                <a:sym typeface="Lexend"/>
              </a:defRPr>
            </a:lvl5pPr>
            <a:lvl6pPr lvl="5">
              <a:spcBef>
                <a:spcPts val="0"/>
              </a:spcBef>
              <a:spcAft>
                <a:spcPts val="0"/>
              </a:spcAft>
              <a:buSzPts val="3600"/>
              <a:buFont typeface="Lexend"/>
              <a:buNone/>
              <a:defRPr sz="3600">
                <a:latin typeface="Lexend"/>
                <a:ea typeface="Lexend"/>
                <a:cs typeface="Lexend"/>
                <a:sym typeface="Lexend"/>
              </a:defRPr>
            </a:lvl6pPr>
            <a:lvl7pPr lvl="6">
              <a:spcBef>
                <a:spcPts val="0"/>
              </a:spcBef>
              <a:spcAft>
                <a:spcPts val="0"/>
              </a:spcAft>
              <a:buSzPts val="3600"/>
              <a:buFont typeface="Lexend"/>
              <a:buNone/>
              <a:defRPr sz="3600">
                <a:latin typeface="Lexend"/>
                <a:ea typeface="Lexend"/>
                <a:cs typeface="Lexend"/>
                <a:sym typeface="Lexend"/>
              </a:defRPr>
            </a:lvl7pPr>
            <a:lvl8pPr lvl="7">
              <a:spcBef>
                <a:spcPts val="0"/>
              </a:spcBef>
              <a:spcAft>
                <a:spcPts val="0"/>
              </a:spcAft>
              <a:buSzPts val="3600"/>
              <a:buFont typeface="Lexend"/>
              <a:buNone/>
              <a:defRPr sz="3600">
                <a:latin typeface="Lexend"/>
                <a:ea typeface="Lexend"/>
                <a:cs typeface="Lexend"/>
                <a:sym typeface="Lexend"/>
              </a:defRPr>
            </a:lvl8pPr>
            <a:lvl9pPr lvl="8">
              <a:spcBef>
                <a:spcPts val="0"/>
              </a:spcBef>
              <a:spcAft>
                <a:spcPts val="0"/>
              </a:spcAft>
              <a:buSzPts val="3600"/>
              <a:buFont typeface="Lexend"/>
              <a:buNone/>
              <a:defRPr sz="3600">
                <a:latin typeface="Lexend"/>
                <a:ea typeface="Lexend"/>
                <a:cs typeface="Lexend"/>
                <a:sym typeface="Lexend"/>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9">
  <p:cSld name="CUSTOM_17">
    <p:spTree>
      <p:nvGrpSpPr>
        <p:cNvPr id="584" name="Shape 584"/>
        <p:cNvGrpSpPr/>
        <p:nvPr/>
      </p:nvGrpSpPr>
      <p:grpSpPr>
        <a:xfrm>
          <a:off x="0" y="0"/>
          <a:ext cx="0" cy="0"/>
          <a:chOff x="0" y="0"/>
          <a:chExt cx="0" cy="0"/>
        </a:xfrm>
      </p:grpSpPr>
      <p:sp>
        <p:nvSpPr>
          <p:cNvPr id="585" name="Google Shape;585;p34"/>
          <p:cNvSpPr/>
          <p:nvPr/>
        </p:nvSpPr>
        <p:spPr>
          <a:xfrm>
            <a:off x="4887200" y="1100"/>
            <a:ext cx="4261200" cy="5143500"/>
          </a:xfrm>
          <a:prstGeom prst="rect">
            <a:avLst/>
          </a:prstGeom>
          <a:solidFill>
            <a:srgbClr val="21252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15B7E"/>
              </a:solidFill>
            </a:endParaRPr>
          </a:p>
        </p:txBody>
      </p:sp>
      <p:sp>
        <p:nvSpPr>
          <p:cNvPr id="586" name="Google Shape;586;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587" name="Google Shape;587;p34"/>
          <p:cNvSpPr/>
          <p:nvPr/>
        </p:nvSpPr>
        <p:spPr>
          <a:xfrm rot="5400000">
            <a:off x="7159475" y="2229578"/>
            <a:ext cx="990900" cy="1743000"/>
          </a:xfrm>
          <a:prstGeom prst="rect">
            <a:avLst/>
          </a:prstGeom>
          <a:solidFill>
            <a:srgbClr val="FFFFFF">
              <a:alpha val="87339"/>
            </a:srgbClr>
          </a:solidFill>
          <a:ln cap="flat" cmpd="sng" w="9525">
            <a:solidFill>
              <a:srgbClr val="D5D8D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8" name="Google Shape;588;p34"/>
          <p:cNvSpPr/>
          <p:nvPr/>
        </p:nvSpPr>
        <p:spPr>
          <a:xfrm rot="5400000">
            <a:off x="7159475" y="3220882"/>
            <a:ext cx="990900" cy="1743000"/>
          </a:xfrm>
          <a:prstGeom prst="rect">
            <a:avLst/>
          </a:prstGeom>
          <a:solidFill>
            <a:srgbClr val="FFFFFF">
              <a:alpha val="87339"/>
            </a:srgbClr>
          </a:solidFill>
          <a:ln cap="flat" cmpd="sng" w="9525">
            <a:solidFill>
              <a:srgbClr val="D5D8D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9" name="Google Shape;589;p34"/>
          <p:cNvSpPr/>
          <p:nvPr/>
        </p:nvSpPr>
        <p:spPr>
          <a:xfrm rot="5400000">
            <a:off x="7159475" y="1238875"/>
            <a:ext cx="990900" cy="1743000"/>
          </a:xfrm>
          <a:prstGeom prst="rect">
            <a:avLst/>
          </a:prstGeom>
          <a:solidFill>
            <a:srgbClr val="FFFFFF">
              <a:alpha val="87339"/>
            </a:srgbClr>
          </a:solidFill>
          <a:ln cap="flat" cmpd="sng" w="9525">
            <a:solidFill>
              <a:srgbClr val="D5D8D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0" name="Google Shape;590;p34"/>
          <p:cNvSpPr txBox="1"/>
          <p:nvPr/>
        </p:nvSpPr>
        <p:spPr>
          <a:xfrm>
            <a:off x="5422500" y="1122625"/>
            <a:ext cx="30366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a:solidFill>
                  <a:schemeClr val="lt1"/>
                </a:solidFill>
                <a:latin typeface="Lexend Medium"/>
                <a:ea typeface="Lexend Medium"/>
                <a:cs typeface="Lexend Medium"/>
                <a:sym typeface="Lexend Medium"/>
              </a:rPr>
              <a:t>Our impacts:</a:t>
            </a:r>
            <a:endParaRPr>
              <a:solidFill>
                <a:schemeClr val="lt1"/>
              </a:solidFill>
              <a:latin typeface="Lexend Medium"/>
              <a:ea typeface="Lexend Medium"/>
              <a:cs typeface="Lexend Medium"/>
              <a:sym typeface="Lexend Medium"/>
            </a:endParaRPr>
          </a:p>
        </p:txBody>
      </p:sp>
      <p:grpSp>
        <p:nvGrpSpPr>
          <p:cNvPr id="591" name="Google Shape;591;p34"/>
          <p:cNvGrpSpPr/>
          <p:nvPr/>
        </p:nvGrpSpPr>
        <p:grpSpPr>
          <a:xfrm>
            <a:off x="-1" y="31"/>
            <a:ext cx="704286" cy="5143552"/>
            <a:chOff x="360000" y="360000"/>
            <a:chExt cx="446146" cy="3258300"/>
          </a:xfrm>
        </p:grpSpPr>
        <p:sp>
          <p:nvSpPr>
            <p:cNvPr id="592" name="Google Shape;592;p34"/>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3" name="Google Shape;593;p34"/>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4" name="Google Shape;594;p34"/>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95" name="Google Shape;595;p34"/>
          <p:cNvSpPr/>
          <p:nvPr/>
        </p:nvSpPr>
        <p:spPr>
          <a:xfrm rot="5400000">
            <a:off x="5646200" y="1469125"/>
            <a:ext cx="991500" cy="1283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6" name="Google Shape;596;p34"/>
          <p:cNvSpPr/>
          <p:nvPr/>
        </p:nvSpPr>
        <p:spPr>
          <a:xfrm rot="5400000">
            <a:off x="5646500" y="2459925"/>
            <a:ext cx="990900" cy="1283100"/>
          </a:xfrm>
          <a:prstGeom prst="rect">
            <a:avLst/>
          </a:prstGeom>
          <a:solidFill>
            <a:srgbClr val="215B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7" name="Google Shape;597;p34"/>
          <p:cNvSpPr/>
          <p:nvPr/>
        </p:nvSpPr>
        <p:spPr>
          <a:xfrm rot="5400000">
            <a:off x="5646500" y="3451025"/>
            <a:ext cx="990900" cy="1283100"/>
          </a:xfrm>
          <a:prstGeom prst="rect">
            <a:avLst/>
          </a:prstGeom>
          <a:solidFill>
            <a:srgbClr val="0030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8" name="Google Shape;598;p34"/>
          <p:cNvSpPr txBox="1"/>
          <p:nvPr/>
        </p:nvSpPr>
        <p:spPr>
          <a:xfrm>
            <a:off x="5597608" y="3743426"/>
            <a:ext cx="1134300" cy="33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000">
                <a:solidFill>
                  <a:srgbClr val="FFFFFF"/>
                </a:solidFill>
                <a:latin typeface="Lexend SemiBold"/>
                <a:ea typeface="Lexend SemiBold"/>
                <a:cs typeface="Lexend SemiBold"/>
                <a:sym typeface="Lexend SemiBold"/>
              </a:rPr>
              <a:t>$400,000 </a:t>
            </a:r>
            <a:endParaRPr sz="1000">
              <a:solidFill>
                <a:srgbClr val="FFFFFF"/>
              </a:solidFill>
              <a:latin typeface="Lexend SemiBold"/>
              <a:ea typeface="Lexend SemiBold"/>
              <a:cs typeface="Lexend SemiBold"/>
              <a:sym typeface="Lexend SemiBold"/>
            </a:endParaRPr>
          </a:p>
          <a:p>
            <a:pPr indent="0" lvl="0" marL="0" rtl="0" algn="l">
              <a:lnSpc>
                <a:spcPct val="115000"/>
              </a:lnSpc>
              <a:spcBef>
                <a:spcPts val="0"/>
              </a:spcBef>
              <a:spcAft>
                <a:spcPts val="0"/>
              </a:spcAft>
              <a:buNone/>
            </a:pPr>
            <a:r>
              <a:rPr lang="en-GB" sz="1000">
                <a:solidFill>
                  <a:srgbClr val="FFFFFF"/>
                </a:solidFill>
                <a:latin typeface="Lexend SemiBold"/>
                <a:ea typeface="Lexend SemiBold"/>
                <a:cs typeface="Lexend SemiBold"/>
                <a:sym typeface="Lexend SemiBold"/>
              </a:rPr>
              <a:t>yearly licence cost savings</a:t>
            </a:r>
            <a:endParaRPr sz="1000">
              <a:solidFill>
                <a:srgbClr val="FFFFFF"/>
              </a:solidFill>
              <a:latin typeface="Lexend SemiBold"/>
              <a:ea typeface="Lexend SemiBold"/>
              <a:cs typeface="Lexend SemiBold"/>
              <a:sym typeface="Lexend SemiBold"/>
            </a:endParaRPr>
          </a:p>
        </p:txBody>
      </p:sp>
      <p:sp>
        <p:nvSpPr>
          <p:cNvPr id="599" name="Google Shape;599;p34"/>
          <p:cNvSpPr txBox="1"/>
          <p:nvPr/>
        </p:nvSpPr>
        <p:spPr>
          <a:xfrm>
            <a:off x="5597608" y="2752326"/>
            <a:ext cx="1134300" cy="33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000">
                <a:solidFill>
                  <a:srgbClr val="FFFFFF"/>
                </a:solidFill>
                <a:latin typeface="Lexend SemiBold"/>
                <a:ea typeface="Lexend SemiBold"/>
                <a:cs typeface="Lexend SemiBold"/>
                <a:sym typeface="Lexend SemiBold"/>
              </a:rPr>
              <a:t>£30 million revenue 30% cart increase</a:t>
            </a:r>
            <a:endParaRPr sz="1000">
              <a:solidFill>
                <a:srgbClr val="FFFFFF"/>
              </a:solidFill>
              <a:latin typeface="Lexend SemiBold"/>
              <a:ea typeface="Lexend SemiBold"/>
              <a:cs typeface="Lexend SemiBold"/>
              <a:sym typeface="Lexend SemiBold"/>
            </a:endParaRPr>
          </a:p>
        </p:txBody>
      </p:sp>
      <p:sp>
        <p:nvSpPr>
          <p:cNvPr id="600" name="Google Shape;600;p34"/>
          <p:cNvSpPr txBox="1"/>
          <p:nvPr/>
        </p:nvSpPr>
        <p:spPr>
          <a:xfrm>
            <a:off x="5597608" y="1834475"/>
            <a:ext cx="1134300" cy="33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000">
                <a:solidFill>
                  <a:srgbClr val="FFFFFF"/>
                </a:solidFill>
                <a:latin typeface="Lexend SemiBold"/>
                <a:ea typeface="Lexend SemiBold"/>
                <a:cs typeface="Lexend SemiBold"/>
                <a:sym typeface="Lexend SemiBold"/>
              </a:rPr>
              <a:t>6000 yearly deployments</a:t>
            </a:r>
            <a:endParaRPr sz="1000">
              <a:solidFill>
                <a:srgbClr val="FFFFFF"/>
              </a:solidFill>
              <a:latin typeface="Lexend SemiBold"/>
              <a:ea typeface="Lexend SemiBold"/>
              <a:cs typeface="Lexend SemiBold"/>
              <a:sym typeface="Lexend SemiBold"/>
            </a:endParaRPr>
          </a:p>
        </p:txBody>
      </p:sp>
      <p:sp>
        <p:nvSpPr>
          <p:cNvPr id="601" name="Google Shape;601;p34"/>
          <p:cNvSpPr txBox="1"/>
          <p:nvPr/>
        </p:nvSpPr>
        <p:spPr>
          <a:xfrm>
            <a:off x="6912900" y="3647925"/>
            <a:ext cx="1546200" cy="4344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GB" sz="950">
                <a:solidFill>
                  <a:srgbClr val="222E31"/>
                </a:solidFill>
                <a:latin typeface="Lexend"/>
                <a:ea typeface="Lexend"/>
                <a:cs typeface="Lexend"/>
                <a:sym typeface="Lexend"/>
              </a:rPr>
              <a:t>Impact of building a custom EDI platform at a global home goods retailer</a:t>
            </a:r>
            <a:endParaRPr sz="950">
              <a:solidFill>
                <a:srgbClr val="222E31"/>
              </a:solidFill>
              <a:latin typeface="Lexend"/>
              <a:ea typeface="Lexend"/>
              <a:cs typeface="Lexend"/>
              <a:sym typeface="Lexend"/>
            </a:endParaRPr>
          </a:p>
        </p:txBody>
      </p:sp>
      <p:sp>
        <p:nvSpPr>
          <p:cNvPr id="602" name="Google Shape;602;p34"/>
          <p:cNvSpPr txBox="1"/>
          <p:nvPr/>
        </p:nvSpPr>
        <p:spPr>
          <a:xfrm>
            <a:off x="6912900" y="2663725"/>
            <a:ext cx="1546200" cy="4002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GB" sz="950">
                <a:solidFill>
                  <a:srgbClr val="222E31"/>
                </a:solidFill>
                <a:latin typeface="Lexend"/>
                <a:ea typeface="Lexend"/>
                <a:cs typeface="Lexend"/>
                <a:sym typeface="Lexend"/>
              </a:rPr>
              <a:t>Impacts of a new cloud search algorithm at John Lewis &amp; Partners</a:t>
            </a:r>
            <a:endParaRPr sz="950">
              <a:solidFill>
                <a:srgbClr val="222E31"/>
              </a:solidFill>
              <a:latin typeface="Lexend"/>
              <a:ea typeface="Lexend"/>
              <a:cs typeface="Lexend"/>
              <a:sym typeface="Lexend"/>
            </a:endParaRPr>
          </a:p>
        </p:txBody>
      </p:sp>
      <p:sp>
        <p:nvSpPr>
          <p:cNvPr id="603" name="Google Shape;603;p34"/>
          <p:cNvSpPr txBox="1"/>
          <p:nvPr/>
        </p:nvSpPr>
        <p:spPr>
          <a:xfrm>
            <a:off x="6912900" y="1819925"/>
            <a:ext cx="1546200" cy="367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GB" sz="950">
                <a:solidFill>
                  <a:srgbClr val="222E31"/>
                </a:solidFill>
                <a:latin typeface="Lexend"/>
                <a:ea typeface="Lexend"/>
                <a:cs typeface="Lexend"/>
                <a:sym typeface="Lexend"/>
              </a:rPr>
              <a:t>Accelerating delivery at Pret a Manger</a:t>
            </a:r>
            <a:endParaRPr sz="950">
              <a:solidFill>
                <a:srgbClr val="222E31"/>
              </a:solidFill>
              <a:latin typeface="Lexend"/>
              <a:ea typeface="Lexend"/>
              <a:cs typeface="Lexend"/>
              <a:sym typeface="Lexend"/>
            </a:endParaRPr>
          </a:p>
        </p:txBody>
      </p:sp>
      <p:sp>
        <p:nvSpPr>
          <p:cNvPr id="604" name="Google Shape;604;p34"/>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05" name="Google Shape;605;p34"/>
          <p:cNvPicPr preferRelativeResize="0"/>
          <p:nvPr/>
        </p:nvPicPr>
        <p:blipFill>
          <a:blip r:embed="rId2">
            <a:alphaModFix/>
          </a:blip>
          <a:stretch>
            <a:fillRect/>
          </a:stretch>
        </p:blipFill>
        <p:spPr>
          <a:xfrm>
            <a:off x="8933375" y="62875"/>
            <a:ext cx="143400" cy="129650"/>
          </a:xfrm>
          <a:prstGeom prst="rect">
            <a:avLst/>
          </a:prstGeom>
          <a:noFill/>
          <a:ln>
            <a:noFill/>
          </a:ln>
        </p:spPr>
      </p:pic>
      <p:sp>
        <p:nvSpPr>
          <p:cNvPr id="606" name="Google Shape;606;p34"/>
          <p:cNvSpPr txBox="1"/>
          <p:nvPr>
            <p:ph idx="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607" name="Google Shape;607;p34"/>
          <p:cNvSpPr txBox="1"/>
          <p:nvPr>
            <p:ph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608" name="Google Shape;608;p34"/>
          <p:cNvSpPr txBox="1"/>
          <p:nvPr/>
        </p:nvSpPr>
        <p:spPr>
          <a:xfrm>
            <a:off x="515300" y="682075"/>
            <a:ext cx="31953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rgbClr val="0F618C"/>
                </a:solidFill>
                <a:latin typeface="Lexend"/>
                <a:ea typeface="Lexend"/>
                <a:cs typeface="Lexend"/>
                <a:sym typeface="Lexend"/>
              </a:rPr>
              <a:t>Retail and ecommerce</a:t>
            </a:r>
            <a:endParaRPr sz="2200">
              <a:solidFill>
                <a:srgbClr val="0F618C"/>
              </a:solidFill>
              <a:latin typeface="Lexend"/>
              <a:ea typeface="Lexend"/>
              <a:cs typeface="Lexend"/>
              <a:sym typeface="Lexend"/>
            </a:endParaRPr>
          </a:p>
          <a:p>
            <a:pPr indent="0" lvl="0" marL="0" rtl="0" algn="l">
              <a:lnSpc>
                <a:spcPct val="100000"/>
              </a:lnSpc>
              <a:spcBef>
                <a:spcPts val="0"/>
              </a:spcBef>
              <a:spcAft>
                <a:spcPts val="0"/>
              </a:spcAft>
              <a:buNone/>
            </a:pPr>
            <a:r>
              <a:rPr lang="en-GB" sz="2200">
                <a:solidFill>
                  <a:srgbClr val="0F618C"/>
                </a:solidFill>
                <a:latin typeface="Lexend"/>
                <a:ea typeface="Lexend"/>
                <a:cs typeface="Lexend"/>
                <a:sym typeface="Lexend"/>
              </a:rPr>
              <a:t>expertise</a:t>
            </a:r>
            <a:endParaRPr sz="3500">
              <a:solidFill>
                <a:srgbClr val="0F618C"/>
              </a:solidFill>
              <a:latin typeface="Lexend"/>
              <a:ea typeface="Lexend"/>
              <a:cs typeface="Lexend"/>
              <a:sym typeface="Lexend"/>
            </a:endParaRPr>
          </a:p>
        </p:txBody>
      </p:sp>
      <p:sp>
        <p:nvSpPr>
          <p:cNvPr id="609" name="Google Shape;609;p34"/>
          <p:cNvSpPr txBox="1"/>
          <p:nvPr>
            <p:ph idx="3" type="title"/>
          </p:nvPr>
        </p:nvSpPr>
        <p:spPr>
          <a:xfrm>
            <a:off x="515300" y="1597450"/>
            <a:ext cx="38142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12526"/>
              </a:buClr>
              <a:buSzPts val="1000"/>
              <a:buNone/>
              <a:defRPr b="0" sz="1000">
                <a:solidFill>
                  <a:srgbClr val="212526"/>
                </a:solidFill>
              </a:defRPr>
            </a:lvl1pPr>
            <a:lvl2pPr lvl="1">
              <a:spcBef>
                <a:spcPts val="0"/>
              </a:spcBef>
              <a:spcAft>
                <a:spcPts val="0"/>
              </a:spcAft>
              <a:buSzPts val="3600"/>
              <a:buFont typeface="Lexend"/>
              <a:buNone/>
              <a:defRPr sz="3600">
                <a:latin typeface="Lexend"/>
                <a:ea typeface="Lexend"/>
                <a:cs typeface="Lexend"/>
                <a:sym typeface="Lexend"/>
              </a:defRPr>
            </a:lvl2pPr>
            <a:lvl3pPr lvl="2">
              <a:spcBef>
                <a:spcPts val="0"/>
              </a:spcBef>
              <a:spcAft>
                <a:spcPts val="0"/>
              </a:spcAft>
              <a:buSzPts val="3600"/>
              <a:buFont typeface="Lexend"/>
              <a:buNone/>
              <a:defRPr sz="3600">
                <a:latin typeface="Lexend"/>
                <a:ea typeface="Lexend"/>
                <a:cs typeface="Lexend"/>
                <a:sym typeface="Lexend"/>
              </a:defRPr>
            </a:lvl3pPr>
            <a:lvl4pPr lvl="3">
              <a:spcBef>
                <a:spcPts val="0"/>
              </a:spcBef>
              <a:spcAft>
                <a:spcPts val="0"/>
              </a:spcAft>
              <a:buSzPts val="3600"/>
              <a:buFont typeface="Lexend"/>
              <a:buNone/>
              <a:defRPr sz="3600">
                <a:latin typeface="Lexend"/>
                <a:ea typeface="Lexend"/>
                <a:cs typeface="Lexend"/>
                <a:sym typeface="Lexend"/>
              </a:defRPr>
            </a:lvl4pPr>
            <a:lvl5pPr lvl="4">
              <a:spcBef>
                <a:spcPts val="0"/>
              </a:spcBef>
              <a:spcAft>
                <a:spcPts val="0"/>
              </a:spcAft>
              <a:buSzPts val="3600"/>
              <a:buFont typeface="Lexend"/>
              <a:buNone/>
              <a:defRPr sz="3600">
                <a:latin typeface="Lexend"/>
                <a:ea typeface="Lexend"/>
                <a:cs typeface="Lexend"/>
                <a:sym typeface="Lexend"/>
              </a:defRPr>
            </a:lvl5pPr>
            <a:lvl6pPr lvl="5">
              <a:spcBef>
                <a:spcPts val="0"/>
              </a:spcBef>
              <a:spcAft>
                <a:spcPts val="0"/>
              </a:spcAft>
              <a:buSzPts val="3600"/>
              <a:buFont typeface="Lexend"/>
              <a:buNone/>
              <a:defRPr sz="3600">
                <a:latin typeface="Lexend"/>
                <a:ea typeface="Lexend"/>
                <a:cs typeface="Lexend"/>
                <a:sym typeface="Lexend"/>
              </a:defRPr>
            </a:lvl6pPr>
            <a:lvl7pPr lvl="6">
              <a:spcBef>
                <a:spcPts val="0"/>
              </a:spcBef>
              <a:spcAft>
                <a:spcPts val="0"/>
              </a:spcAft>
              <a:buSzPts val="3600"/>
              <a:buFont typeface="Lexend"/>
              <a:buNone/>
              <a:defRPr sz="3600">
                <a:latin typeface="Lexend"/>
                <a:ea typeface="Lexend"/>
                <a:cs typeface="Lexend"/>
                <a:sym typeface="Lexend"/>
              </a:defRPr>
            </a:lvl7pPr>
            <a:lvl8pPr lvl="7">
              <a:spcBef>
                <a:spcPts val="0"/>
              </a:spcBef>
              <a:spcAft>
                <a:spcPts val="0"/>
              </a:spcAft>
              <a:buSzPts val="3600"/>
              <a:buFont typeface="Lexend"/>
              <a:buNone/>
              <a:defRPr sz="3600">
                <a:latin typeface="Lexend"/>
                <a:ea typeface="Lexend"/>
                <a:cs typeface="Lexend"/>
                <a:sym typeface="Lexend"/>
              </a:defRPr>
            </a:lvl8pPr>
            <a:lvl9pPr lvl="8">
              <a:spcBef>
                <a:spcPts val="0"/>
              </a:spcBef>
              <a:spcAft>
                <a:spcPts val="0"/>
              </a:spcAft>
              <a:buSzPts val="3600"/>
              <a:buFont typeface="Lexend"/>
              <a:buNone/>
              <a:defRPr sz="3600">
                <a:latin typeface="Lexend"/>
                <a:ea typeface="Lexend"/>
                <a:cs typeface="Lexend"/>
                <a:sym typeface="Lexen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age - 01">
  <p:cSld name="CUSTOM_9">
    <p:spTree>
      <p:nvGrpSpPr>
        <p:cNvPr id="610" name="Shape 610"/>
        <p:cNvGrpSpPr/>
        <p:nvPr/>
      </p:nvGrpSpPr>
      <p:grpSpPr>
        <a:xfrm>
          <a:off x="0" y="0"/>
          <a:ext cx="0" cy="0"/>
          <a:chOff x="0" y="0"/>
          <a:chExt cx="0" cy="0"/>
        </a:xfrm>
      </p:grpSpPr>
      <p:sp>
        <p:nvSpPr>
          <p:cNvPr id="611" name="Google Shape;611;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612" name="Google Shape;612;p35"/>
          <p:cNvSpPr/>
          <p:nvPr/>
        </p:nvSpPr>
        <p:spPr>
          <a:xfrm>
            <a:off x="3" y="0"/>
            <a:ext cx="9144000" cy="5143500"/>
          </a:xfrm>
          <a:prstGeom prst="rect">
            <a:avLst/>
          </a:prstGeom>
          <a:solidFill>
            <a:srgbClr val="F8F9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3" name="Google Shape;613;p35"/>
          <p:cNvSpPr txBox="1"/>
          <p:nvPr/>
        </p:nvSpPr>
        <p:spPr>
          <a:xfrm>
            <a:off x="522341" y="647550"/>
            <a:ext cx="58452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rgbClr val="0F618C"/>
                </a:solidFill>
                <a:latin typeface="Lexend"/>
                <a:ea typeface="Lexend"/>
                <a:cs typeface="Lexend"/>
                <a:sym typeface="Lexend"/>
              </a:rPr>
              <a:t>Contact</a:t>
            </a:r>
            <a:endParaRPr sz="3500">
              <a:solidFill>
                <a:srgbClr val="0F618C"/>
              </a:solidFill>
              <a:latin typeface="Lexend"/>
              <a:ea typeface="Lexend"/>
              <a:cs typeface="Lexend"/>
              <a:sym typeface="Lexend"/>
            </a:endParaRPr>
          </a:p>
        </p:txBody>
      </p:sp>
      <p:grpSp>
        <p:nvGrpSpPr>
          <p:cNvPr id="614" name="Google Shape;614;p35"/>
          <p:cNvGrpSpPr/>
          <p:nvPr/>
        </p:nvGrpSpPr>
        <p:grpSpPr>
          <a:xfrm>
            <a:off x="-1" y="-19"/>
            <a:ext cx="704286" cy="5143552"/>
            <a:chOff x="360000" y="360000"/>
            <a:chExt cx="446146" cy="3258300"/>
          </a:xfrm>
        </p:grpSpPr>
        <p:sp>
          <p:nvSpPr>
            <p:cNvPr id="615" name="Google Shape;615;p35"/>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6" name="Google Shape;616;p35"/>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7" name="Google Shape;617;p35"/>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18" name="Google Shape;618;p35"/>
          <p:cNvGrpSpPr/>
          <p:nvPr/>
        </p:nvGrpSpPr>
        <p:grpSpPr>
          <a:xfrm>
            <a:off x="-1" y="31"/>
            <a:ext cx="704286" cy="5143552"/>
            <a:chOff x="360000" y="360000"/>
            <a:chExt cx="446146" cy="3258300"/>
          </a:xfrm>
        </p:grpSpPr>
        <p:sp>
          <p:nvSpPr>
            <p:cNvPr id="619" name="Google Shape;619;p35"/>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0" name="Google Shape;620;p35"/>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1" name="Google Shape;621;p35"/>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22" name="Google Shape;622;p35"/>
          <p:cNvGrpSpPr/>
          <p:nvPr/>
        </p:nvGrpSpPr>
        <p:grpSpPr>
          <a:xfrm>
            <a:off x="-1" y="-19"/>
            <a:ext cx="704286" cy="5143552"/>
            <a:chOff x="360000" y="360000"/>
            <a:chExt cx="446146" cy="3258300"/>
          </a:xfrm>
        </p:grpSpPr>
        <p:sp>
          <p:nvSpPr>
            <p:cNvPr id="623" name="Google Shape;623;p35"/>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4" name="Google Shape;624;p35"/>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5" name="Google Shape;625;p35"/>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26" name="Google Shape;626;p35"/>
          <p:cNvGrpSpPr/>
          <p:nvPr/>
        </p:nvGrpSpPr>
        <p:grpSpPr>
          <a:xfrm>
            <a:off x="-1" y="31"/>
            <a:ext cx="704286" cy="5143552"/>
            <a:chOff x="360000" y="360000"/>
            <a:chExt cx="446146" cy="3258300"/>
          </a:xfrm>
        </p:grpSpPr>
        <p:sp>
          <p:nvSpPr>
            <p:cNvPr id="627" name="Google Shape;627;p35"/>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8" name="Google Shape;628;p35"/>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9" name="Google Shape;629;p35"/>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30" name="Google Shape;630;p35"/>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31" name="Google Shape;631;p35"/>
          <p:cNvPicPr preferRelativeResize="0"/>
          <p:nvPr/>
        </p:nvPicPr>
        <p:blipFill>
          <a:blip r:embed="rId2">
            <a:alphaModFix/>
          </a:blip>
          <a:stretch>
            <a:fillRect/>
          </a:stretch>
        </p:blipFill>
        <p:spPr>
          <a:xfrm>
            <a:off x="8933375" y="62875"/>
            <a:ext cx="143400" cy="129650"/>
          </a:xfrm>
          <a:prstGeom prst="rect">
            <a:avLst/>
          </a:prstGeom>
          <a:noFill/>
          <a:ln>
            <a:noFill/>
          </a:ln>
        </p:spPr>
      </p:pic>
      <p:grpSp>
        <p:nvGrpSpPr>
          <p:cNvPr id="632" name="Google Shape;632;p35"/>
          <p:cNvGrpSpPr/>
          <p:nvPr/>
        </p:nvGrpSpPr>
        <p:grpSpPr>
          <a:xfrm>
            <a:off x="913550" y="3886125"/>
            <a:ext cx="2033850" cy="404100"/>
            <a:chOff x="978800" y="4029275"/>
            <a:chExt cx="2033850" cy="404100"/>
          </a:xfrm>
        </p:grpSpPr>
        <p:grpSp>
          <p:nvGrpSpPr>
            <p:cNvPr id="633" name="Google Shape;633;p35"/>
            <p:cNvGrpSpPr/>
            <p:nvPr/>
          </p:nvGrpSpPr>
          <p:grpSpPr>
            <a:xfrm>
              <a:off x="978800" y="4029275"/>
              <a:ext cx="2033850" cy="404100"/>
              <a:chOff x="978800" y="3953075"/>
              <a:chExt cx="2033850" cy="404100"/>
            </a:xfrm>
          </p:grpSpPr>
          <p:sp>
            <p:nvSpPr>
              <p:cNvPr id="634" name="Google Shape;634;p35"/>
              <p:cNvSpPr txBox="1"/>
              <p:nvPr/>
            </p:nvSpPr>
            <p:spPr>
              <a:xfrm>
                <a:off x="1382750" y="3985775"/>
                <a:ext cx="16299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700"/>
                  <a:buFont typeface="Lexend"/>
                  <a:buNone/>
                </a:pPr>
                <a:r>
                  <a:rPr i="0" lang="en-GB" sz="1000" u="none" cap="none" strike="noStrike">
                    <a:solidFill>
                      <a:srgbClr val="222E31"/>
                    </a:solidFill>
                    <a:latin typeface="Lexend"/>
                    <a:ea typeface="Lexend"/>
                    <a:cs typeface="Lexend"/>
                    <a:sym typeface="Lexend"/>
                  </a:rPr>
                  <a:t>equalexperts.com</a:t>
                </a:r>
                <a:endParaRPr i="0" sz="1000" u="none" cap="none" strike="noStrike">
                  <a:solidFill>
                    <a:srgbClr val="222E31"/>
                  </a:solidFill>
                  <a:latin typeface="Lexend"/>
                  <a:ea typeface="Lexend"/>
                  <a:cs typeface="Lexend"/>
                  <a:sym typeface="Lexend"/>
                </a:endParaRPr>
              </a:p>
            </p:txBody>
          </p:sp>
          <p:sp>
            <p:nvSpPr>
              <p:cNvPr id="635" name="Google Shape;635;p35"/>
              <p:cNvSpPr/>
              <p:nvPr/>
            </p:nvSpPr>
            <p:spPr>
              <a:xfrm>
                <a:off x="978800" y="3953075"/>
                <a:ext cx="404100" cy="4041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636" name="Google Shape;636;p35"/>
            <p:cNvPicPr preferRelativeResize="0"/>
            <p:nvPr/>
          </p:nvPicPr>
          <p:blipFill>
            <a:blip r:embed="rId3">
              <a:alphaModFix/>
            </a:blip>
            <a:stretch>
              <a:fillRect/>
            </a:stretch>
          </p:blipFill>
          <p:spPr>
            <a:xfrm>
              <a:off x="1035225" y="4145067"/>
              <a:ext cx="277800" cy="172517"/>
            </a:xfrm>
            <a:prstGeom prst="rect">
              <a:avLst/>
            </a:prstGeom>
            <a:noFill/>
            <a:ln>
              <a:noFill/>
            </a:ln>
          </p:spPr>
        </p:pic>
      </p:grpSp>
      <p:grpSp>
        <p:nvGrpSpPr>
          <p:cNvPr id="637" name="Google Shape;637;p35"/>
          <p:cNvGrpSpPr/>
          <p:nvPr/>
        </p:nvGrpSpPr>
        <p:grpSpPr>
          <a:xfrm>
            <a:off x="2934400" y="3886125"/>
            <a:ext cx="2035900" cy="404100"/>
            <a:chOff x="2999650" y="4029275"/>
            <a:chExt cx="2035900" cy="404100"/>
          </a:xfrm>
        </p:grpSpPr>
        <p:sp>
          <p:nvSpPr>
            <p:cNvPr id="638" name="Google Shape;638;p35"/>
            <p:cNvSpPr txBox="1"/>
            <p:nvPr/>
          </p:nvSpPr>
          <p:spPr>
            <a:xfrm>
              <a:off x="3405650" y="4061975"/>
              <a:ext cx="1629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700"/>
                <a:buFont typeface="Lexend"/>
                <a:buNone/>
              </a:pPr>
              <a:r>
                <a:rPr lang="en-GB" sz="1000">
                  <a:solidFill>
                    <a:srgbClr val="222E31"/>
                  </a:solidFill>
                  <a:latin typeface="Lexend"/>
                  <a:ea typeface="Lexend"/>
                  <a:cs typeface="Lexend"/>
                  <a:sym typeface="Lexend"/>
                </a:rPr>
                <a:t>@EqualExperts</a:t>
              </a:r>
              <a:endParaRPr sz="1000">
                <a:solidFill>
                  <a:srgbClr val="222E31"/>
                </a:solidFill>
                <a:latin typeface="Lexend"/>
                <a:ea typeface="Lexend"/>
                <a:cs typeface="Lexend"/>
                <a:sym typeface="Lexend"/>
              </a:endParaRPr>
            </a:p>
          </p:txBody>
        </p:sp>
        <p:grpSp>
          <p:nvGrpSpPr>
            <p:cNvPr id="639" name="Google Shape;639;p35"/>
            <p:cNvGrpSpPr/>
            <p:nvPr/>
          </p:nvGrpSpPr>
          <p:grpSpPr>
            <a:xfrm>
              <a:off x="2999650" y="4029275"/>
              <a:ext cx="404100" cy="404100"/>
              <a:chOff x="2999650" y="4029275"/>
              <a:chExt cx="404100" cy="404100"/>
            </a:xfrm>
          </p:grpSpPr>
          <p:sp>
            <p:nvSpPr>
              <p:cNvPr id="640" name="Google Shape;640;p35"/>
              <p:cNvSpPr/>
              <p:nvPr/>
            </p:nvSpPr>
            <p:spPr>
              <a:xfrm>
                <a:off x="2999650" y="4029275"/>
                <a:ext cx="404100" cy="4041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41" name="Google Shape;641;p35"/>
              <p:cNvPicPr preferRelativeResize="0"/>
              <p:nvPr/>
            </p:nvPicPr>
            <p:blipFill>
              <a:blip r:embed="rId4">
                <a:alphaModFix/>
              </a:blip>
              <a:stretch>
                <a:fillRect/>
              </a:stretch>
            </p:blipFill>
            <p:spPr>
              <a:xfrm>
                <a:off x="3092387" y="4112137"/>
                <a:ext cx="233537" cy="238376"/>
              </a:xfrm>
              <a:prstGeom prst="rect">
                <a:avLst/>
              </a:prstGeom>
              <a:noFill/>
              <a:ln>
                <a:noFill/>
              </a:ln>
            </p:spPr>
          </p:pic>
        </p:grpSp>
      </p:grpSp>
      <p:grpSp>
        <p:nvGrpSpPr>
          <p:cNvPr id="642" name="Google Shape;642;p35"/>
          <p:cNvGrpSpPr/>
          <p:nvPr/>
        </p:nvGrpSpPr>
        <p:grpSpPr>
          <a:xfrm>
            <a:off x="4796525" y="3886125"/>
            <a:ext cx="3179775" cy="404100"/>
            <a:chOff x="5090375" y="4029275"/>
            <a:chExt cx="3179775" cy="404100"/>
          </a:xfrm>
        </p:grpSpPr>
        <p:sp>
          <p:nvSpPr>
            <p:cNvPr id="643" name="Google Shape;643;p35"/>
            <p:cNvSpPr txBox="1"/>
            <p:nvPr/>
          </p:nvSpPr>
          <p:spPr>
            <a:xfrm>
              <a:off x="5504750" y="4061975"/>
              <a:ext cx="2765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700"/>
                <a:buFont typeface="Lexend"/>
                <a:buNone/>
              </a:pPr>
              <a:r>
                <a:rPr lang="en-GB" sz="1000">
                  <a:solidFill>
                    <a:srgbClr val="222E31"/>
                  </a:solidFill>
                  <a:latin typeface="Lexend"/>
                  <a:ea typeface="Lexend"/>
                  <a:cs typeface="Lexend"/>
                  <a:sym typeface="Lexend"/>
                </a:rPr>
                <a:t>linkedin.com/company/equal-experts/</a:t>
              </a:r>
              <a:endParaRPr i="0" sz="1000" u="none" cap="none" strike="noStrike">
                <a:solidFill>
                  <a:srgbClr val="222E31"/>
                </a:solidFill>
                <a:latin typeface="Lexend"/>
                <a:ea typeface="Lexend"/>
                <a:cs typeface="Lexend"/>
                <a:sym typeface="Lexend"/>
              </a:endParaRPr>
            </a:p>
          </p:txBody>
        </p:sp>
        <p:grpSp>
          <p:nvGrpSpPr>
            <p:cNvPr id="644" name="Google Shape;644;p35"/>
            <p:cNvGrpSpPr/>
            <p:nvPr/>
          </p:nvGrpSpPr>
          <p:grpSpPr>
            <a:xfrm>
              <a:off x="5090375" y="4029275"/>
              <a:ext cx="404100" cy="404100"/>
              <a:chOff x="5090375" y="4029275"/>
              <a:chExt cx="404100" cy="404100"/>
            </a:xfrm>
          </p:grpSpPr>
          <p:sp>
            <p:nvSpPr>
              <p:cNvPr id="645" name="Google Shape;645;p35"/>
              <p:cNvSpPr/>
              <p:nvPr/>
            </p:nvSpPr>
            <p:spPr>
              <a:xfrm>
                <a:off x="5090375" y="4029275"/>
                <a:ext cx="404100" cy="4041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46" name="Google Shape;646;p35"/>
              <p:cNvPicPr preferRelativeResize="0"/>
              <p:nvPr/>
            </p:nvPicPr>
            <p:blipFill>
              <a:blip r:embed="rId5">
                <a:alphaModFix/>
              </a:blip>
              <a:stretch>
                <a:fillRect/>
              </a:stretch>
            </p:blipFill>
            <p:spPr>
              <a:xfrm>
                <a:off x="5175650" y="4114476"/>
                <a:ext cx="233551" cy="233675"/>
              </a:xfrm>
              <a:prstGeom prst="rect">
                <a:avLst/>
              </a:prstGeom>
              <a:noFill/>
              <a:ln>
                <a:noFill/>
              </a:ln>
            </p:spPr>
          </p:pic>
        </p:grpSp>
      </p:grpSp>
      <p:sp>
        <p:nvSpPr>
          <p:cNvPr id="647" name="Google Shape;647;p35"/>
          <p:cNvSpPr/>
          <p:nvPr/>
        </p:nvSpPr>
        <p:spPr>
          <a:xfrm>
            <a:off x="913550" y="3206925"/>
            <a:ext cx="1622700" cy="86700"/>
          </a:xfrm>
          <a:prstGeom prst="rect">
            <a:avLst/>
          </a:prstGeom>
          <a:solidFill>
            <a:srgbClr val="17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8" name="Google Shape;648;p35"/>
          <p:cNvSpPr/>
          <p:nvPr/>
        </p:nvSpPr>
        <p:spPr>
          <a:xfrm>
            <a:off x="913550" y="1580313"/>
            <a:ext cx="1618800" cy="16200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9" name="Google Shape;649;p35"/>
          <p:cNvSpPr txBox="1"/>
          <p:nvPr/>
        </p:nvSpPr>
        <p:spPr>
          <a:xfrm>
            <a:off x="913550" y="2078175"/>
            <a:ext cx="1618800" cy="62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Add </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Headshot</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here </a:t>
            </a:r>
            <a:endParaRPr sz="1000">
              <a:solidFill>
                <a:srgbClr val="999999"/>
              </a:solidFill>
              <a:latin typeface="Lexend Light"/>
              <a:ea typeface="Lexend Light"/>
              <a:cs typeface="Lexend Light"/>
              <a:sym typeface="Lexend Light"/>
            </a:endParaRPr>
          </a:p>
        </p:txBody>
      </p:sp>
      <p:sp>
        <p:nvSpPr>
          <p:cNvPr id="650" name="Google Shape;650;p35"/>
          <p:cNvSpPr txBox="1"/>
          <p:nvPr>
            <p:ph type="title"/>
          </p:nvPr>
        </p:nvSpPr>
        <p:spPr>
          <a:xfrm>
            <a:off x="2905050" y="2586325"/>
            <a:ext cx="4584600" cy="198600"/>
          </a:xfrm>
          <a:prstGeom prst="rect">
            <a:avLst/>
          </a:prstGeom>
        </p:spPr>
        <p:txBody>
          <a:bodyPr anchorCtr="0" anchor="ctr" bIns="0" lIns="0" spcFirstLastPara="1" rIns="0" wrap="square" tIns="0">
            <a:normAutofit/>
          </a:bodyPr>
          <a:lstStyle>
            <a:lvl1pPr lvl="0">
              <a:spcBef>
                <a:spcPts val="0"/>
              </a:spcBef>
              <a:spcAft>
                <a:spcPts val="0"/>
              </a:spcAft>
              <a:buClr>
                <a:srgbClr val="2095D3"/>
              </a:buClr>
              <a:buSzPts val="1200"/>
              <a:buFont typeface="Lexend Light"/>
              <a:buNone/>
              <a:defRPr sz="1200" u="sng">
                <a:solidFill>
                  <a:srgbClr val="2095D3"/>
                </a:solidFill>
                <a:latin typeface="Lexend Light"/>
                <a:ea typeface="Lexend Light"/>
                <a:cs typeface="Lexend Light"/>
                <a:sym typeface="Lexend Light"/>
              </a:defRPr>
            </a:lvl1pPr>
            <a:lvl2pPr lvl="1">
              <a:spcBef>
                <a:spcPts val="0"/>
              </a:spcBef>
              <a:spcAft>
                <a:spcPts val="0"/>
              </a:spcAft>
              <a:buSzPts val="3600"/>
              <a:buFont typeface="Lexend Light"/>
              <a:buNone/>
              <a:defRPr sz="3600" u="sng">
                <a:latin typeface="Lexend Light"/>
                <a:ea typeface="Lexend Light"/>
                <a:cs typeface="Lexend Light"/>
                <a:sym typeface="Lexend Light"/>
              </a:defRPr>
            </a:lvl2pPr>
            <a:lvl3pPr lvl="2">
              <a:spcBef>
                <a:spcPts val="0"/>
              </a:spcBef>
              <a:spcAft>
                <a:spcPts val="0"/>
              </a:spcAft>
              <a:buSzPts val="3600"/>
              <a:buFont typeface="Lexend Light"/>
              <a:buNone/>
              <a:defRPr sz="3600" u="sng">
                <a:latin typeface="Lexend Light"/>
                <a:ea typeface="Lexend Light"/>
                <a:cs typeface="Lexend Light"/>
                <a:sym typeface="Lexend Light"/>
              </a:defRPr>
            </a:lvl3pPr>
            <a:lvl4pPr lvl="3">
              <a:spcBef>
                <a:spcPts val="0"/>
              </a:spcBef>
              <a:spcAft>
                <a:spcPts val="0"/>
              </a:spcAft>
              <a:buSzPts val="3600"/>
              <a:buFont typeface="Lexend Light"/>
              <a:buNone/>
              <a:defRPr sz="3600" u="sng">
                <a:latin typeface="Lexend Light"/>
                <a:ea typeface="Lexend Light"/>
                <a:cs typeface="Lexend Light"/>
                <a:sym typeface="Lexend Light"/>
              </a:defRPr>
            </a:lvl4pPr>
            <a:lvl5pPr lvl="4">
              <a:spcBef>
                <a:spcPts val="0"/>
              </a:spcBef>
              <a:spcAft>
                <a:spcPts val="0"/>
              </a:spcAft>
              <a:buSzPts val="3600"/>
              <a:buFont typeface="Lexend Light"/>
              <a:buNone/>
              <a:defRPr sz="3600" u="sng">
                <a:latin typeface="Lexend Light"/>
                <a:ea typeface="Lexend Light"/>
                <a:cs typeface="Lexend Light"/>
                <a:sym typeface="Lexend Light"/>
              </a:defRPr>
            </a:lvl5pPr>
            <a:lvl6pPr lvl="5">
              <a:spcBef>
                <a:spcPts val="0"/>
              </a:spcBef>
              <a:spcAft>
                <a:spcPts val="0"/>
              </a:spcAft>
              <a:buSzPts val="3600"/>
              <a:buFont typeface="Lexend Light"/>
              <a:buNone/>
              <a:defRPr sz="3600" u="sng">
                <a:latin typeface="Lexend Light"/>
                <a:ea typeface="Lexend Light"/>
                <a:cs typeface="Lexend Light"/>
                <a:sym typeface="Lexend Light"/>
              </a:defRPr>
            </a:lvl6pPr>
            <a:lvl7pPr lvl="6">
              <a:spcBef>
                <a:spcPts val="0"/>
              </a:spcBef>
              <a:spcAft>
                <a:spcPts val="0"/>
              </a:spcAft>
              <a:buSzPts val="3600"/>
              <a:buFont typeface="Lexend Light"/>
              <a:buNone/>
              <a:defRPr sz="3600" u="sng">
                <a:latin typeface="Lexend Light"/>
                <a:ea typeface="Lexend Light"/>
                <a:cs typeface="Lexend Light"/>
                <a:sym typeface="Lexend Light"/>
              </a:defRPr>
            </a:lvl7pPr>
            <a:lvl8pPr lvl="7">
              <a:spcBef>
                <a:spcPts val="0"/>
              </a:spcBef>
              <a:spcAft>
                <a:spcPts val="0"/>
              </a:spcAft>
              <a:buSzPts val="3600"/>
              <a:buFont typeface="Lexend Light"/>
              <a:buNone/>
              <a:defRPr sz="3600" u="sng">
                <a:latin typeface="Lexend Light"/>
                <a:ea typeface="Lexend Light"/>
                <a:cs typeface="Lexend Light"/>
                <a:sym typeface="Lexend Light"/>
              </a:defRPr>
            </a:lvl8pPr>
            <a:lvl9pPr lvl="8">
              <a:spcBef>
                <a:spcPts val="0"/>
              </a:spcBef>
              <a:spcAft>
                <a:spcPts val="0"/>
              </a:spcAft>
              <a:buSzPts val="3600"/>
              <a:buFont typeface="Lexend Light"/>
              <a:buNone/>
              <a:defRPr sz="3600" u="sng">
                <a:latin typeface="Lexend Light"/>
                <a:ea typeface="Lexend Light"/>
                <a:cs typeface="Lexend Light"/>
                <a:sym typeface="Lexend Light"/>
              </a:defRPr>
            </a:lvl9pPr>
          </a:lstStyle>
          <a:p/>
        </p:txBody>
      </p:sp>
      <p:sp>
        <p:nvSpPr>
          <p:cNvPr id="651" name="Google Shape;651;p35"/>
          <p:cNvSpPr txBox="1"/>
          <p:nvPr>
            <p:ph idx="2" type="title"/>
          </p:nvPr>
        </p:nvSpPr>
        <p:spPr>
          <a:xfrm>
            <a:off x="2905050" y="1747114"/>
            <a:ext cx="4584600" cy="393600"/>
          </a:xfrm>
          <a:prstGeom prst="rect">
            <a:avLst/>
          </a:prstGeom>
        </p:spPr>
        <p:txBody>
          <a:bodyPr anchorCtr="0" anchor="ctr" bIns="0" lIns="0" spcFirstLastPara="1" rIns="0" wrap="square" tIns="0">
            <a:normAutofit/>
          </a:bodyPr>
          <a:lstStyle>
            <a:lvl1pPr lvl="0">
              <a:spcBef>
                <a:spcPts val="0"/>
              </a:spcBef>
              <a:spcAft>
                <a:spcPts val="0"/>
              </a:spcAft>
              <a:buClr>
                <a:srgbClr val="0F618C"/>
              </a:buClr>
              <a:buSzPts val="2300"/>
              <a:buFont typeface="Lexend"/>
              <a:buNone/>
              <a:defRPr sz="23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652" name="Google Shape;652;p35"/>
          <p:cNvSpPr txBox="1"/>
          <p:nvPr>
            <p:ph idx="3" type="title"/>
          </p:nvPr>
        </p:nvSpPr>
        <p:spPr>
          <a:xfrm>
            <a:off x="2905050" y="2078183"/>
            <a:ext cx="4584600" cy="393600"/>
          </a:xfrm>
          <a:prstGeom prst="rect">
            <a:avLst/>
          </a:prstGeom>
        </p:spPr>
        <p:txBody>
          <a:bodyPr anchorCtr="0" anchor="ctr" bIns="0" lIns="0" spcFirstLastPara="1" rIns="0" wrap="square" tIns="0">
            <a:normAutofit/>
          </a:bodyPr>
          <a:lstStyle>
            <a:lvl1pPr lvl="0">
              <a:spcBef>
                <a:spcPts val="0"/>
              </a:spcBef>
              <a:spcAft>
                <a:spcPts val="0"/>
              </a:spcAft>
              <a:buClr>
                <a:srgbClr val="1F6281"/>
              </a:buClr>
              <a:buSzPts val="1300"/>
              <a:buFont typeface="Lexend"/>
              <a:buNone/>
              <a:defRPr sz="1300">
                <a:solidFill>
                  <a:srgbClr val="1F628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653" name="Google Shape;653;p35"/>
          <p:cNvSpPr txBox="1"/>
          <p:nvPr>
            <p:ph idx="4" type="title"/>
          </p:nvPr>
        </p:nvSpPr>
        <p:spPr>
          <a:xfrm>
            <a:off x="2905050" y="2810050"/>
            <a:ext cx="4584600" cy="237600"/>
          </a:xfrm>
          <a:prstGeom prst="rect">
            <a:avLst/>
          </a:prstGeom>
        </p:spPr>
        <p:txBody>
          <a:bodyPr anchorCtr="0" anchor="ctr" bIns="0" lIns="0" spcFirstLastPara="1" rIns="0" wrap="square" tIns="0">
            <a:normAutofit/>
          </a:bodyPr>
          <a:lstStyle>
            <a:lvl1pPr lvl="0">
              <a:spcBef>
                <a:spcPts val="0"/>
              </a:spcBef>
              <a:spcAft>
                <a:spcPts val="0"/>
              </a:spcAft>
              <a:buClr>
                <a:srgbClr val="1F6281"/>
              </a:buClr>
              <a:buSzPts val="1200"/>
              <a:buFont typeface="Lexend Light"/>
              <a:buNone/>
              <a:defRPr sz="1200">
                <a:solidFill>
                  <a:srgbClr val="1F6281"/>
                </a:solidFill>
                <a:latin typeface="Lexend Light"/>
                <a:ea typeface="Lexend Light"/>
                <a:cs typeface="Lexend Light"/>
                <a:sym typeface="Lexend Light"/>
              </a:defRPr>
            </a:lvl1pPr>
            <a:lvl2pPr lvl="1">
              <a:spcBef>
                <a:spcPts val="0"/>
              </a:spcBef>
              <a:spcAft>
                <a:spcPts val="0"/>
              </a:spcAft>
              <a:buClr>
                <a:srgbClr val="1F6281"/>
              </a:buClr>
              <a:buSzPts val="3600"/>
              <a:buFont typeface="Lexend Light"/>
              <a:buNone/>
              <a:defRPr sz="3600">
                <a:solidFill>
                  <a:srgbClr val="1F6281"/>
                </a:solidFill>
                <a:latin typeface="Lexend Light"/>
                <a:ea typeface="Lexend Light"/>
                <a:cs typeface="Lexend Light"/>
                <a:sym typeface="Lexend Light"/>
              </a:defRPr>
            </a:lvl2pPr>
            <a:lvl3pPr lvl="2">
              <a:spcBef>
                <a:spcPts val="0"/>
              </a:spcBef>
              <a:spcAft>
                <a:spcPts val="0"/>
              </a:spcAft>
              <a:buClr>
                <a:srgbClr val="1F6281"/>
              </a:buClr>
              <a:buSzPts val="3600"/>
              <a:buFont typeface="Lexend Light"/>
              <a:buNone/>
              <a:defRPr sz="3600">
                <a:solidFill>
                  <a:srgbClr val="1F6281"/>
                </a:solidFill>
                <a:latin typeface="Lexend Light"/>
                <a:ea typeface="Lexend Light"/>
                <a:cs typeface="Lexend Light"/>
                <a:sym typeface="Lexend Light"/>
              </a:defRPr>
            </a:lvl3pPr>
            <a:lvl4pPr lvl="3">
              <a:spcBef>
                <a:spcPts val="0"/>
              </a:spcBef>
              <a:spcAft>
                <a:spcPts val="0"/>
              </a:spcAft>
              <a:buClr>
                <a:srgbClr val="1F6281"/>
              </a:buClr>
              <a:buSzPts val="3600"/>
              <a:buFont typeface="Lexend Light"/>
              <a:buNone/>
              <a:defRPr sz="3600">
                <a:solidFill>
                  <a:srgbClr val="1F6281"/>
                </a:solidFill>
                <a:latin typeface="Lexend Light"/>
                <a:ea typeface="Lexend Light"/>
                <a:cs typeface="Lexend Light"/>
                <a:sym typeface="Lexend Light"/>
              </a:defRPr>
            </a:lvl4pPr>
            <a:lvl5pPr lvl="4">
              <a:spcBef>
                <a:spcPts val="0"/>
              </a:spcBef>
              <a:spcAft>
                <a:spcPts val="0"/>
              </a:spcAft>
              <a:buClr>
                <a:srgbClr val="1F6281"/>
              </a:buClr>
              <a:buSzPts val="3600"/>
              <a:buFont typeface="Lexend Light"/>
              <a:buNone/>
              <a:defRPr sz="3600">
                <a:solidFill>
                  <a:srgbClr val="1F6281"/>
                </a:solidFill>
                <a:latin typeface="Lexend Light"/>
                <a:ea typeface="Lexend Light"/>
                <a:cs typeface="Lexend Light"/>
                <a:sym typeface="Lexend Light"/>
              </a:defRPr>
            </a:lvl5pPr>
            <a:lvl6pPr lvl="5">
              <a:spcBef>
                <a:spcPts val="0"/>
              </a:spcBef>
              <a:spcAft>
                <a:spcPts val="0"/>
              </a:spcAft>
              <a:buClr>
                <a:srgbClr val="1F6281"/>
              </a:buClr>
              <a:buSzPts val="3600"/>
              <a:buFont typeface="Lexend Light"/>
              <a:buNone/>
              <a:defRPr sz="3600">
                <a:solidFill>
                  <a:srgbClr val="1F6281"/>
                </a:solidFill>
                <a:latin typeface="Lexend Light"/>
                <a:ea typeface="Lexend Light"/>
                <a:cs typeface="Lexend Light"/>
                <a:sym typeface="Lexend Light"/>
              </a:defRPr>
            </a:lvl6pPr>
            <a:lvl7pPr lvl="6">
              <a:spcBef>
                <a:spcPts val="0"/>
              </a:spcBef>
              <a:spcAft>
                <a:spcPts val="0"/>
              </a:spcAft>
              <a:buClr>
                <a:srgbClr val="1F6281"/>
              </a:buClr>
              <a:buSzPts val="3600"/>
              <a:buFont typeface="Lexend Light"/>
              <a:buNone/>
              <a:defRPr sz="3600">
                <a:solidFill>
                  <a:srgbClr val="1F6281"/>
                </a:solidFill>
                <a:latin typeface="Lexend Light"/>
                <a:ea typeface="Lexend Light"/>
                <a:cs typeface="Lexend Light"/>
                <a:sym typeface="Lexend Light"/>
              </a:defRPr>
            </a:lvl7pPr>
            <a:lvl8pPr lvl="7">
              <a:spcBef>
                <a:spcPts val="0"/>
              </a:spcBef>
              <a:spcAft>
                <a:spcPts val="0"/>
              </a:spcAft>
              <a:buClr>
                <a:srgbClr val="1F6281"/>
              </a:buClr>
              <a:buSzPts val="3600"/>
              <a:buFont typeface="Lexend Light"/>
              <a:buNone/>
              <a:defRPr sz="3600">
                <a:solidFill>
                  <a:srgbClr val="1F6281"/>
                </a:solidFill>
                <a:latin typeface="Lexend Light"/>
                <a:ea typeface="Lexend Light"/>
                <a:cs typeface="Lexend Light"/>
                <a:sym typeface="Lexend Light"/>
              </a:defRPr>
            </a:lvl8pPr>
            <a:lvl9pPr lvl="8">
              <a:spcBef>
                <a:spcPts val="0"/>
              </a:spcBef>
              <a:spcAft>
                <a:spcPts val="0"/>
              </a:spcAft>
              <a:buClr>
                <a:srgbClr val="1F6281"/>
              </a:buClr>
              <a:buSzPts val="3600"/>
              <a:buFont typeface="Lexend Light"/>
              <a:buNone/>
              <a:defRPr sz="3600">
                <a:solidFill>
                  <a:srgbClr val="1F6281"/>
                </a:solidFill>
                <a:latin typeface="Lexend Light"/>
                <a:ea typeface="Lexend Light"/>
                <a:cs typeface="Lexend Light"/>
                <a:sym typeface="Lexend Light"/>
              </a:defRPr>
            </a:lvl9pPr>
          </a:lstStyle>
          <a:p/>
        </p:txBody>
      </p:sp>
      <p:sp>
        <p:nvSpPr>
          <p:cNvPr id="654" name="Google Shape;654;p35"/>
          <p:cNvSpPr txBox="1"/>
          <p:nvPr>
            <p:ph idx="5"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655" name="Google Shape;655;p35"/>
          <p:cNvSpPr txBox="1"/>
          <p:nvPr>
            <p:ph idx="6"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age - 02">
  <p:cSld name="CUSTOM_10">
    <p:spTree>
      <p:nvGrpSpPr>
        <p:cNvPr id="656" name="Shape 656"/>
        <p:cNvGrpSpPr/>
        <p:nvPr/>
      </p:nvGrpSpPr>
      <p:grpSpPr>
        <a:xfrm>
          <a:off x="0" y="0"/>
          <a:ext cx="0" cy="0"/>
          <a:chOff x="0" y="0"/>
          <a:chExt cx="0" cy="0"/>
        </a:xfrm>
      </p:grpSpPr>
      <p:sp>
        <p:nvSpPr>
          <p:cNvPr id="657" name="Google Shape;657;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658" name="Google Shape;658;p36"/>
          <p:cNvSpPr/>
          <p:nvPr/>
        </p:nvSpPr>
        <p:spPr>
          <a:xfrm>
            <a:off x="3" y="25"/>
            <a:ext cx="9144000" cy="5143500"/>
          </a:xfrm>
          <a:prstGeom prst="rect">
            <a:avLst/>
          </a:prstGeom>
          <a:solidFill>
            <a:srgbClr val="0030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59" name="Google Shape;659;p36"/>
          <p:cNvGrpSpPr/>
          <p:nvPr/>
        </p:nvGrpSpPr>
        <p:grpSpPr>
          <a:xfrm>
            <a:off x="-1" y="-19"/>
            <a:ext cx="704286" cy="5143552"/>
            <a:chOff x="360000" y="360000"/>
            <a:chExt cx="446146" cy="3258300"/>
          </a:xfrm>
        </p:grpSpPr>
        <p:sp>
          <p:nvSpPr>
            <p:cNvPr id="660" name="Google Shape;660;p36"/>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1" name="Google Shape;661;p36"/>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2" name="Google Shape;662;p36"/>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63" name="Google Shape;663;p36"/>
          <p:cNvGrpSpPr/>
          <p:nvPr/>
        </p:nvGrpSpPr>
        <p:grpSpPr>
          <a:xfrm>
            <a:off x="-1" y="31"/>
            <a:ext cx="704286" cy="5143552"/>
            <a:chOff x="360000" y="360000"/>
            <a:chExt cx="446146" cy="3258300"/>
          </a:xfrm>
        </p:grpSpPr>
        <p:sp>
          <p:nvSpPr>
            <p:cNvPr id="664" name="Google Shape;664;p36"/>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5" name="Google Shape;665;p36"/>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6" name="Google Shape;666;p36"/>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67" name="Google Shape;667;p36"/>
          <p:cNvGrpSpPr/>
          <p:nvPr/>
        </p:nvGrpSpPr>
        <p:grpSpPr>
          <a:xfrm>
            <a:off x="-1" y="-19"/>
            <a:ext cx="704286" cy="5143552"/>
            <a:chOff x="360000" y="360000"/>
            <a:chExt cx="446146" cy="3258300"/>
          </a:xfrm>
        </p:grpSpPr>
        <p:sp>
          <p:nvSpPr>
            <p:cNvPr id="668" name="Google Shape;668;p36"/>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9" name="Google Shape;669;p36"/>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0" name="Google Shape;670;p36"/>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71" name="Google Shape;671;p36"/>
          <p:cNvGrpSpPr/>
          <p:nvPr/>
        </p:nvGrpSpPr>
        <p:grpSpPr>
          <a:xfrm>
            <a:off x="-1" y="31"/>
            <a:ext cx="704286" cy="5143552"/>
            <a:chOff x="360000" y="360000"/>
            <a:chExt cx="446146" cy="3258300"/>
          </a:xfrm>
        </p:grpSpPr>
        <p:sp>
          <p:nvSpPr>
            <p:cNvPr id="672" name="Google Shape;672;p36"/>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3" name="Google Shape;673;p36"/>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4" name="Google Shape;674;p36"/>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75" name="Google Shape;675;p36"/>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76" name="Google Shape;676;p36"/>
          <p:cNvPicPr preferRelativeResize="0"/>
          <p:nvPr/>
        </p:nvPicPr>
        <p:blipFill>
          <a:blip r:embed="rId2">
            <a:alphaModFix/>
          </a:blip>
          <a:stretch>
            <a:fillRect/>
          </a:stretch>
        </p:blipFill>
        <p:spPr>
          <a:xfrm>
            <a:off x="8933375" y="62875"/>
            <a:ext cx="143400" cy="129650"/>
          </a:xfrm>
          <a:prstGeom prst="rect">
            <a:avLst/>
          </a:prstGeom>
          <a:noFill/>
          <a:ln>
            <a:noFill/>
          </a:ln>
        </p:spPr>
      </p:pic>
      <p:grpSp>
        <p:nvGrpSpPr>
          <p:cNvPr id="677" name="Google Shape;677;p36"/>
          <p:cNvGrpSpPr/>
          <p:nvPr/>
        </p:nvGrpSpPr>
        <p:grpSpPr>
          <a:xfrm>
            <a:off x="913550" y="3886125"/>
            <a:ext cx="2033850" cy="404100"/>
            <a:chOff x="978800" y="4029275"/>
            <a:chExt cx="2033850" cy="404100"/>
          </a:xfrm>
        </p:grpSpPr>
        <p:grpSp>
          <p:nvGrpSpPr>
            <p:cNvPr id="678" name="Google Shape;678;p36"/>
            <p:cNvGrpSpPr/>
            <p:nvPr/>
          </p:nvGrpSpPr>
          <p:grpSpPr>
            <a:xfrm>
              <a:off x="978800" y="4029275"/>
              <a:ext cx="2033850" cy="404100"/>
              <a:chOff x="978800" y="3953075"/>
              <a:chExt cx="2033850" cy="404100"/>
            </a:xfrm>
          </p:grpSpPr>
          <p:sp>
            <p:nvSpPr>
              <p:cNvPr id="679" name="Google Shape;679;p36"/>
              <p:cNvSpPr txBox="1"/>
              <p:nvPr/>
            </p:nvSpPr>
            <p:spPr>
              <a:xfrm>
                <a:off x="1382750" y="3985775"/>
                <a:ext cx="16299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700"/>
                  <a:buFont typeface="Lexend"/>
                  <a:buNone/>
                </a:pPr>
                <a:r>
                  <a:rPr i="0" lang="en-GB" sz="1000" u="none" cap="none" strike="noStrike">
                    <a:solidFill>
                      <a:srgbClr val="FFFFFF"/>
                    </a:solidFill>
                    <a:latin typeface="Lexend"/>
                    <a:ea typeface="Lexend"/>
                    <a:cs typeface="Lexend"/>
                    <a:sym typeface="Lexend"/>
                  </a:rPr>
                  <a:t>equalexperts.com</a:t>
                </a:r>
                <a:endParaRPr i="0" sz="1000" u="none" cap="none" strike="noStrike">
                  <a:solidFill>
                    <a:srgbClr val="FFFFFF"/>
                  </a:solidFill>
                  <a:latin typeface="Lexend"/>
                  <a:ea typeface="Lexend"/>
                  <a:cs typeface="Lexend"/>
                  <a:sym typeface="Lexend"/>
                </a:endParaRPr>
              </a:p>
            </p:txBody>
          </p:sp>
          <p:sp>
            <p:nvSpPr>
              <p:cNvPr id="680" name="Google Shape;680;p36"/>
              <p:cNvSpPr/>
              <p:nvPr/>
            </p:nvSpPr>
            <p:spPr>
              <a:xfrm>
                <a:off x="978800" y="3953075"/>
                <a:ext cx="404100" cy="4041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681" name="Google Shape;681;p36"/>
            <p:cNvPicPr preferRelativeResize="0"/>
            <p:nvPr/>
          </p:nvPicPr>
          <p:blipFill>
            <a:blip r:embed="rId3">
              <a:alphaModFix/>
            </a:blip>
            <a:stretch>
              <a:fillRect/>
            </a:stretch>
          </p:blipFill>
          <p:spPr>
            <a:xfrm>
              <a:off x="1035225" y="4145067"/>
              <a:ext cx="277800" cy="172517"/>
            </a:xfrm>
            <a:prstGeom prst="rect">
              <a:avLst/>
            </a:prstGeom>
            <a:noFill/>
            <a:ln>
              <a:noFill/>
            </a:ln>
          </p:spPr>
        </p:pic>
      </p:grpSp>
      <p:grpSp>
        <p:nvGrpSpPr>
          <p:cNvPr id="682" name="Google Shape;682;p36"/>
          <p:cNvGrpSpPr/>
          <p:nvPr/>
        </p:nvGrpSpPr>
        <p:grpSpPr>
          <a:xfrm>
            <a:off x="2934400" y="3886125"/>
            <a:ext cx="2035900" cy="404100"/>
            <a:chOff x="2999650" y="4029275"/>
            <a:chExt cx="2035900" cy="404100"/>
          </a:xfrm>
        </p:grpSpPr>
        <p:sp>
          <p:nvSpPr>
            <p:cNvPr id="683" name="Google Shape;683;p36"/>
            <p:cNvSpPr txBox="1"/>
            <p:nvPr/>
          </p:nvSpPr>
          <p:spPr>
            <a:xfrm>
              <a:off x="3405650" y="4061975"/>
              <a:ext cx="1629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700"/>
                <a:buFont typeface="Lexend"/>
                <a:buNone/>
              </a:pPr>
              <a:r>
                <a:rPr lang="en-GB" sz="1000">
                  <a:solidFill>
                    <a:srgbClr val="FFFFFF"/>
                  </a:solidFill>
                  <a:latin typeface="Lexend"/>
                  <a:ea typeface="Lexend"/>
                  <a:cs typeface="Lexend"/>
                  <a:sym typeface="Lexend"/>
                </a:rPr>
                <a:t>@EqualExperts</a:t>
              </a:r>
              <a:endParaRPr sz="1000">
                <a:solidFill>
                  <a:srgbClr val="FFFFFF"/>
                </a:solidFill>
                <a:latin typeface="Lexend"/>
                <a:ea typeface="Lexend"/>
                <a:cs typeface="Lexend"/>
                <a:sym typeface="Lexend"/>
              </a:endParaRPr>
            </a:p>
          </p:txBody>
        </p:sp>
        <p:grpSp>
          <p:nvGrpSpPr>
            <p:cNvPr id="684" name="Google Shape;684;p36"/>
            <p:cNvGrpSpPr/>
            <p:nvPr/>
          </p:nvGrpSpPr>
          <p:grpSpPr>
            <a:xfrm>
              <a:off x="2999650" y="4029275"/>
              <a:ext cx="404100" cy="404100"/>
              <a:chOff x="2999650" y="4029275"/>
              <a:chExt cx="404100" cy="404100"/>
            </a:xfrm>
          </p:grpSpPr>
          <p:sp>
            <p:nvSpPr>
              <p:cNvPr id="685" name="Google Shape;685;p36"/>
              <p:cNvSpPr/>
              <p:nvPr/>
            </p:nvSpPr>
            <p:spPr>
              <a:xfrm>
                <a:off x="2999650" y="4029275"/>
                <a:ext cx="404100" cy="4041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86" name="Google Shape;686;p36"/>
              <p:cNvPicPr preferRelativeResize="0"/>
              <p:nvPr/>
            </p:nvPicPr>
            <p:blipFill>
              <a:blip r:embed="rId4">
                <a:alphaModFix/>
              </a:blip>
              <a:stretch>
                <a:fillRect/>
              </a:stretch>
            </p:blipFill>
            <p:spPr>
              <a:xfrm>
                <a:off x="3092387" y="4112137"/>
                <a:ext cx="233537" cy="238376"/>
              </a:xfrm>
              <a:prstGeom prst="rect">
                <a:avLst/>
              </a:prstGeom>
              <a:noFill/>
              <a:ln>
                <a:noFill/>
              </a:ln>
            </p:spPr>
          </p:pic>
        </p:grpSp>
      </p:grpSp>
      <p:grpSp>
        <p:nvGrpSpPr>
          <p:cNvPr id="687" name="Google Shape;687;p36"/>
          <p:cNvGrpSpPr/>
          <p:nvPr/>
        </p:nvGrpSpPr>
        <p:grpSpPr>
          <a:xfrm>
            <a:off x="4796525" y="3886125"/>
            <a:ext cx="3179775" cy="404100"/>
            <a:chOff x="5090375" y="4029275"/>
            <a:chExt cx="3179775" cy="404100"/>
          </a:xfrm>
        </p:grpSpPr>
        <p:sp>
          <p:nvSpPr>
            <p:cNvPr id="688" name="Google Shape;688;p36"/>
            <p:cNvSpPr txBox="1"/>
            <p:nvPr/>
          </p:nvSpPr>
          <p:spPr>
            <a:xfrm>
              <a:off x="5504750" y="4061975"/>
              <a:ext cx="2765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700"/>
                <a:buFont typeface="Lexend"/>
                <a:buNone/>
              </a:pPr>
              <a:r>
                <a:rPr lang="en-GB" sz="1000">
                  <a:solidFill>
                    <a:srgbClr val="FFFFFF"/>
                  </a:solidFill>
                  <a:latin typeface="Lexend"/>
                  <a:ea typeface="Lexend"/>
                  <a:cs typeface="Lexend"/>
                  <a:sym typeface="Lexend"/>
                </a:rPr>
                <a:t>linkedin.com/company/equal-experts/</a:t>
              </a:r>
              <a:endParaRPr i="0" sz="1000" u="none" cap="none" strike="noStrike">
                <a:solidFill>
                  <a:srgbClr val="FFFFFF"/>
                </a:solidFill>
                <a:latin typeface="Lexend"/>
                <a:ea typeface="Lexend"/>
                <a:cs typeface="Lexend"/>
                <a:sym typeface="Lexend"/>
              </a:endParaRPr>
            </a:p>
          </p:txBody>
        </p:sp>
        <p:grpSp>
          <p:nvGrpSpPr>
            <p:cNvPr id="689" name="Google Shape;689;p36"/>
            <p:cNvGrpSpPr/>
            <p:nvPr/>
          </p:nvGrpSpPr>
          <p:grpSpPr>
            <a:xfrm>
              <a:off x="5090375" y="4029275"/>
              <a:ext cx="404100" cy="404100"/>
              <a:chOff x="5090375" y="4029275"/>
              <a:chExt cx="404100" cy="404100"/>
            </a:xfrm>
          </p:grpSpPr>
          <p:sp>
            <p:nvSpPr>
              <p:cNvPr id="690" name="Google Shape;690;p36"/>
              <p:cNvSpPr/>
              <p:nvPr/>
            </p:nvSpPr>
            <p:spPr>
              <a:xfrm>
                <a:off x="5090375" y="4029275"/>
                <a:ext cx="404100" cy="4041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91" name="Google Shape;691;p36"/>
              <p:cNvPicPr preferRelativeResize="0"/>
              <p:nvPr/>
            </p:nvPicPr>
            <p:blipFill>
              <a:blip r:embed="rId5">
                <a:alphaModFix/>
              </a:blip>
              <a:stretch>
                <a:fillRect/>
              </a:stretch>
            </p:blipFill>
            <p:spPr>
              <a:xfrm>
                <a:off x="5175650" y="4114476"/>
                <a:ext cx="233551" cy="233675"/>
              </a:xfrm>
              <a:prstGeom prst="rect">
                <a:avLst/>
              </a:prstGeom>
              <a:noFill/>
              <a:ln>
                <a:noFill/>
              </a:ln>
            </p:spPr>
          </p:pic>
        </p:grpSp>
      </p:grpSp>
      <p:grpSp>
        <p:nvGrpSpPr>
          <p:cNvPr id="692" name="Google Shape;692;p36"/>
          <p:cNvGrpSpPr/>
          <p:nvPr/>
        </p:nvGrpSpPr>
        <p:grpSpPr>
          <a:xfrm>
            <a:off x="913550" y="1580313"/>
            <a:ext cx="1622700" cy="1713313"/>
            <a:chOff x="913550" y="1580313"/>
            <a:chExt cx="1622700" cy="1713313"/>
          </a:xfrm>
        </p:grpSpPr>
        <p:sp>
          <p:nvSpPr>
            <p:cNvPr id="693" name="Google Shape;693;p36"/>
            <p:cNvSpPr/>
            <p:nvPr/>
          </p:nvSpPr>
          <p:spPr>
            <a:xfrm>
              <a:off x="913550" y="3206925"/>
              <a:ext cx="1622700" cy="86700"/>
            </a:xfrm>
            <a:prstGeom prst="rect">
              <a:avLst/>
            </a:prstGeom>
            <a:solidFill>
              <a:srgbClr val="17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4" name="Google Shape;694;p36"/>
            <p:cNvSpPr/>
            <p:nvPr/>
          </p:nvSpPr>
          <p:spPr>
            <a:xfrm>
              <a:off x="913550" y="1580313"/>
              <a:ext cx="1618800" cy="16200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5" name="Google Shape;695;p36"/>
            <p:cNvSpPr txBox="1"/>
            <p:nvPr/>
          </p:nvSpPr>
          <p:spPr>
            <a:xfrm>
              <a:off x="913550" y="2078175"/>
              <a:ext cx="1618800" cy="62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Add </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Headshot</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here </a:t>
              </a:r>
              <a:endParaRPr sz="1000">
                <a:solidFill>
                  <a:srgbClr val="999999"/>
                </a:solidFill>
                <a:latin typeface="Lexend Light"/>
                <a:ea typeface="Lexend Light"/>
                <a:cs typeface="Lexend Light"/>
                <a:sym typeface="Lexend Light"/>
              </a:endParaRPr>
            </a:p>
          </p:txBody>
        </p:sp>
      </p:grpSp>
      <p:sp>
        <p:nvSpPr>
          <p:cNvPr id="696" name="Google Shape;696;p36"/>
          <p:cNvSpPr txBox="1"/>
          <p:nvPr>
            <p:ph type="title"/>
          </p:nvPr>
        </p:nvSpPr>
        <p:spPr>
          <a:xfrm>
            <a:off x="2905050" y="2586325"/>
            <a:ext cx="4584600" cy="198600"/>
          </a:xfrm>
          <a:prstGeom prst="rect">
            <a:avLst/>
          </a:prstGeom>
        </p:spPr>
        <p:txBody>
          <a:bodyPr anchorCtr="0" anchor="ctr" bIns="0" lIns="0" spcFirstLastPara="1" rIns="0" wrap="square" tIns="0">
            <a:normAutofit/>
          </a:bodyPr>
          <a:lstStyle>
            <a:lvl1pPr lvl="0">
              <a:spcBef>
                <a:spcPts val="0"/>
              </a:spcBef>
              <a:spcAft>
                <a:spcPts val="0"/>
              </a:spcAft>
              <a:buClr>
                <a:srgbClr val="2095D3"/>
              </a:buClr>
              <a:buSzPts val="1200"/>
              <a:buFont typeface="Lexend Light"/>
              <a:buNone/>
              <a:defRPr sz="1200" u="sng">
                <a:solidFill>
                  <a:srgbClr val="2095D3"/>
                </a:solidFill>
                <a:latin typeface="Lexend Light"/>
                <a:ea typeface="Lexend Light"/>
                <a:cs typeface="Lexend Light"/>
                <a:sym typeface="Lexend Light"/>
              </a:defRPr>
            </a:lvl1pPr>
            <a:lvl2pPr lvl="1">
              <a:spcBef>
                <a:spcPts val="0"/>
              </a:spcBef>
              <a:spcAft>
                <a:spcPts val="0"/>
              </a:spcAft>
              <a:buSzPts val="1200"/>
              <a:buFont typeface="Lexend Light"/>
              <a:buNone/>
              <a:defRPr sz="1200" u="sng">
                <a:latin typeface="Lexend Light"/>
                <a:ea typeface="Lexend Light"/>
                <a:cs typeface="Lexend Light"/>
                <a:sym typeface="Lexend Light"/>
              </a:defRPr>
            </a:lvl2pPr>
            <a:lvl3pPr lvl="2">
              <a:spcBef>
                <a:spcPts val="0"/>
              </a:spcBef>
              <a:spcAft>
                <a:spcPts val="0"/>
              </a:spcAft>
              <a:buSzPts val="1200"/>
              <a:buFont typeface="Lexend Light"/>
              <a:buNone/>
              <a:defRPr sz="1200" u="sng">
                <a:latin typeface="Lexend Light"/>
                <a:ea typeface="Lexend Light"/>
                <a:cs typeface="Lexend Light"/>
                <a:sym typeface="Lexend Light"/>
              </a:defRPr>
            </a:lvl3pPr>
            <a:lvl4pPr lvl="3">
              <a:spcBef>
                <a:spcPts val="0"/>
              </a:spcBef>
              <a:spcAft>
                <a:spcPts val="0"/>
              </a:spcAft>
              <a:buSzPts val="1200"/>
              <a:buFont typeface="Lexend Light"/>
              <a:buNone/>
              <a:defRPr sz="1200" u="sng">
                <a:latin typeface="Lexend Light"/>
                <a:ea typeface="Lexend Light"/>
                <a:cs typeface="Lexend Light"/>
                <a:sym typeface="Lexend Light"/>
              </a:defRPr>
            </a:lvl4pPr>
            <a:lvl5pPr lvl="4">
              <a:spcBef>
                <a:spcPts val="0"/>
              </a:spcBef>
              <a:spcAft>
                <a:spcPts val="0"/>
              </a:spcAft>
              <a:buSzPts val="1200"/>
              <a:buFont typeface="Lexend Light"/>
              <a:buNone/>
              <a:defRPr sz="1200" u="sng">
                <a:latin typeface="Lexend Light"/>
                <a:ea typeface="Lexend Light"/>
                <a:cs typeface="Lexend Light"/>
                <a:sym typeface="Lexend Light"/>
              </a:defRPr>
            </a:lvl5pPr>
            <a:lvl6pPr lvl="5">
              <a:spcBef>
                <a:spcPts val="0"/>
              </a:spcBef>
              <a:spcAft>
                <a:spcPts val="0"/>
              </a:spcAft>
              <a:buSzPts val="1200"/>
              <a:buFont typeface="Lexend Light"/>
              <a:buNone/>
              <a:defRPr sz="1200" u="sng">
                <a:latin typeface="Lexend Light"/>
                <a:ea typeface="Lexend Light"/>
                <a:cs typeface="Lexend Light"/>
                <a:sym typeface="Lexend Light"/>
              </a:defRPr>
            </a:lvl6pPr>
            <a:lvl7pPr lvl="6">
              <a:spcBef>
                <a:spcPts val="0"/>
              </a:spcBef>
              <a:spcAft>
                <a:spcPts val="0"/>
              </a:spcAft>
              <a:buSzPts val="1200"/>
              <a:buFont typeface="Lexend Light"/>
              <a:buNone/>
              <a:defRPr sz="1200" u="sng">
                <a:latin typeface="Lexend Light"/>
                <a:ea typeface="Lexend Light"/>
                <a:cs typeface="Lexend Light"/>
                <a:sym typeface="Lexend Light"/>
              </a:defRPr>
            </a:lvl7pPr>
            <a:lvl8pPr lvl="7">
              <a:spcBef>
                <a:spcPts val="0"/>
              </a:spcBef>
              <a:spcAft>
                <a:spcPts val="0"/>
              </a:spcAft>
              <a:buSzPts val="1200"/>
              <a:buFont typeface="Lexend Light"/>
              <a:buNone/>
              <a:defRPr sz="1200" u="sng">
                <a:latin typeface="Lexend Light"/>
                <a:ea typeface="Lexend Light"/>
                <a:cs typeface="Lexend Light"/>
                <a:sym typeface="Lexend Light"/>
              </a:defRPr>
            </a:lvl8pPr>
            <a:lvl9pPr lvl="8">
              <a:spcBef>
                <a:spcPts val="0"/>
              </a:spcBef>
              <a:spcAft>
                <a:spcPts val="0"/>
              </a:spcAft>
              <a:buSzPts val="1200"/>
              <a:buFont typeface="Lexend Light"/>
              <a:buNone/>
              <a:defRPr sz="1200" u="sng">
                <a:latin typeface="Lexend Light"/>
                <a:ea typeface="Lexend Light"/>
                <a:cs typeface="Lexend Light"/>
                <a:sym typeface="Lexend Light"/>
              </a:defRPr>
            </a:lvl9pPr>
          </a:lstStyle>
          <a:p/>
        </p:txBody>
      </p:sp>
      <p:sp>
        <p:nvSpPr>
          <p:cNvPr id="697" name="Google Shape;697;p36"/>
          <p:cNvSpPr txBox="1"/>
          <p:nvPr>
            <p:ph idx="2" type="title"/>
          </p:nvPr>
        </p:nvSpPr>
        <p:spPr>
          <a:xfrm>
            <a:off x="2905050" y="1747114"/>
            <a:ext cx="4584600" cy="3936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2300"/>
              <a:buFont typeface="Lexend"/>
              <a:buNone/>
              <a:defRPr sz="2300">
                <a:solidFill>
                  <a:schemeClr val="lt1"/>
                </a:solidFill>
                <a:latin typeface="Lexend"/>
                <a:ea typeface="Lexend"/>
                <a:cs typeface="Lexend"/>
                <a:sym typeface="Lexend"/>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98" name="Google Shape;698;p36"/>
          <p:cNvSpPr txBox="1"/>
          <p:nvPr>
            <p:ph idx="3" type="title"/>
          </p:nvPr>
        </p:nvSpPr>
        <p:spPr>
          <a:xfrm>
            <a:off x="2905050" y="2078183"/>
            <a:ext cx="4584600" cy="3936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300"/>
              <a:buFont typeface="Lexend"/>
              <a:buNone/>
              <a:defRPr sz="1300">
                <a:solidFill>
                  <a:schemeClr val="lt1"/>
                </a:solidFill>
                <a:latin typeface="Lexend"/>
                <a:ea typeface="Lexend"/>
                <a:cs typeface="Lexend"/>
                <a:sym typeface="Lexend"/>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99" name="Google Shape;699;p36"/>
          <p:cNvSpPr txBox="1"/>
          <p:nvPr>
            <p:ph idx="4" type="title"/>
          </p:nvPr>
        </p:nvSpPr>
        <p:spPr>
          <a:xfrm>
            <a:off x="2905050" y="2810050"/>
            <a:ext cx="4584600" cy="2376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200"/>
              <a:buFont typeface="Lexend Light"/>
              <a:buNone/>
              <a:defRPr sz="1200">
                <a:solidFill>
                  <a:schemeClr val="lt1"/>
                </a:solidFill>
                <a:latin typeface="Lexend Light"/>
                <a:ea typeface="Lexend Light"/>
                <a:cs typeface="Lexend Light"/>
                <a:sym typeface="Lexend Light"/>
              </a:defRPr>
            </a:lvl1pPr>
            <a:lvl2pPr lvl="1">
              <a:spcBef>
                <a:spcPts val="0"/>
              </a:spcBef>
              <a:spcAft>
                <a:spcPts val="0"/>
              </a:spcAft>
              <a:buClr>
                <a:srgbClr val="1F6281"/>
              </a:buClr>
              <a:buSzPts val="1200"/>
              <a:buFont typeface="Lexend Light"/>
              <a:buNone/>
              <a:defRPr sz="1200">
                <a:solidFill>
                  <a:srgbClr val="1F6281"/>
                </a:solidFill>
                <a:latin typeface="Lexend Light"/>
                <a:ea typeface="Lexend Light"/>
                <a:cs typeface="Lexend Light"/>
                <a:sym typeface="Lexend Light"/>
              </a:defRPr>
            </a:lvl2pPr>
            <a:lvl3pPr lvl="2">
              <a:spcBef>
                <a:spcPts val="0"/>
              </a:spcBef>
              <a:spcAft>
                <a:spcPts val="0"/>
              </a:spcAft>
              <a:buClr>
                <a:srgbClr val="1F6281"/>
              </a:buClr>
              <a:buSzPts val="1200"/>
              <a:buFont typeface="Lexend Light"/>
              <a:buNone/>
              <a:defRPr sz="1200">
                <a:solidFill>
                  <a:srgbClr val="1F6281"/>
                </a:solidFill>
                <a:latin typeface="Lexend Light"/>
                <a:ea typeface="Lexend Light"/>
                <a:cs typeface="Lexend Light"/>
                <a:sym typeface="Lexend Light"/>
              </a:defRPr>
            </a:lvl3pPr>
            <a:lvl4pPr lvl="3">
              <a:spcBef>
                <a:spcPts val="0"/>
              </a:spcBef>
              <a:spcAft>
                <a:spcPts val="0"/>
              </a:spcAft>
              <a:buClr>
                <a:srgbClr val="1F6281"/>
              </a:buClr>
              <a:buSzPts val="1200"/>
              <a:buFont typeface="Lexend Light"/>
              <a:buNone/>
              <a:defRPr sz="1200">
                <a:solidFill>
                  <a:srgbClr val="1F6281"/>
                </a:solidFill>
                <a:latin typeface="Lexend Light"/>
                <a:ea typeface="Lexend Light"/>
                <a:cs typeface="Lexend Light"/>
                <a:sym typeface="Lexend Light"/>
              </a:defRPr>
            </a:lvl4pPr>
            <a:lvl5pPr lvl="4">
              <a:spcBef>
                <a:spcPts val="0"/>
              </a:spcBef>
              <a:spcAft>
                <a:spcPts val="0"/>
              </a:spcAft>
              <a:buClr>
                <a:srgbClr val="1F6281"/>
              </a:buClr>
              <a:buSzPts val="1200"/>
              <a:buFont typeface="Lexend Light"/>
              <a:buNone/>
              <a:defRPr sz="1200">
                <a:solidFill>
                  <a:srgbClr val="1F6281"/>
                </a:solidFill>
                <a:latin typeface="Lexend Light"/>
                <a:ea typeface="Lexend Light"/>
                <a:cs typeface="Lexend Light"/>
                <a:sym typeface="Lexend Light"/>
              </a:defRPr>
            </a:lvl5pPr>
            <a:lvl6pPr lvl="5">
              <a:spcBef>
                <a:spcPts val="0"/>
              </a:spcBef>
              <a:spcAft>
                <a:spcPts val="0"/>
              </a:spcAft>
              <a:buClr>
                <a:srgbClr val="1F6281"/>
              </a:buClr>
              <a:buSzPts val="1200"/>
              <a:buFont typeface="Lexend Light"/>
              <a:buNone/>
              <a:defRPr sz="1200">
                <a:solidFill>
                  <a:srgbClr val="1F6281"/>
                </a:solidFill>
                <a:latin typeface="Lexend Light"/>
                <a:ea typeface="Lexend Light"/>
                <a:cs typeface="Lexend Light"/>
                <a:sym typeface="Lexend Light"/>
              </a:defRPr>
            </a:lvl6pPr>
            <a:lvl7pPr lvl="6">
              <a:spcBef>
                <a:spcPts val="0"/>
              </a:spcBef>
              <a:spcAft>
                <a:spcPts val="0"/>
              </a:spcAft>
              <a:buClr>
                <a:srgbClr val="1F6281"/>
              </a:buClr>
              <a:buSzPts val="1200"/>
              <a:buFont typeface="Lexend Light"/>
              <a:buNone/>
              <a:defRPr sz="1200">
                <a:solidFill>
                  <a:srgbClr val="1F6281"/>
                </a:solidFill>
                <a:latin typeface="Lexend Light"/>
                <a:ea typeface="Lexend Light"/>
                <a:cs typeface="Lexend Light"/>
                <a:sym typeface="Lexend Light"/>
              </a:defRPr>
            </a:lvl7pPr>
            <a:lvl8pPr lvl="7">
              <a:spcBef>
                <a:spcPts val="0"/>
              </a:spcBef>
              <a:spcAft>
                <a:spcPts val="0"/>
              </a:spcAft>
              <a:buClr>
                <a:srgbClr val="1F6281"/>
              </a:buClr>
              <a:buSzPts val="1200"/>
              <a:buFont typeface="Lexend Light"/>
              <a:buNone/>
              <a:defRPr sz="1200">
                <a:solidFill>
                  <a:srgbClr val="1F6281"/>
                </a:solidFill>
                <a:latin typeface="Lexend Light"/>
                <a:ea typeface="Lexend Light"/>
                <a:cs typeface="Lexend Light"/>
                <a:sym typeface="Lexend Light"/>
              </a:defRPr>
            </a:lvl8pPr>
            <a:lvl9pPr lvl="8">
              <a:spcBef>
                <a:spcPts val="0"/>
              </a:spcBef>
              <a:spcAft>
                <a:spcPts val="0"/>
              </a:spcAft>
              <a:buClr>
                <a:srgbClr val="1F6281"/>
              </a:buClr>
              <a:buSzPts val="1200"/>
              <a:buFont typeface="Lexend Light"/>
              <a:buNone/>
              <a:defRPr sz="1200">
                <a:solidFill>
                  <a:srgbClr val="1F6281"/>
                </a:solidFill>
                <a:latin typeface="Lexend Light"/>
                <a:ea typeface="Lexend Light"/>
                <a:cs typeface="Lexend Light"/>
                <a:sym typeface="Lexend Light"/>
              </a:defRPr>
            </a:lvl9pPr>
          </a:lstStyle>
          <a:p/>
        </p:txBody>
      </p:sp>
      <p:sp>
        <p:nvSpPr>
          <p:cNvPr id="700" name="Google Shape;700;p36"/>
          <p:cNvSpPr txBox="1"/>
          <p:nvPr>
            <p:ph idx="5"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701" name="Google Shape;701;p36"/>
          <p:cNvSpPr txBox="1"/>
          <p:nvPr/>
        </p:nvSpPr>
        <p:spPr>
          <a:xfrm>
            <a:off x="522341" y="647550"/>
            <a:ext cx="58452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chemeClr val="lt1"/>
                </a:solidFill>
                <a:latin typeface="Lexend"/>
                <a:ea typeface="Lexend"/>
                <a:cs typeface="Lexend"/>
                <a:sym typeface="Lexend"/>
              </a:rPr>
              <a:t>Contact</a:t>
            </a:r>
            <a:endParaRPr sz="3500">
              <a:solidFill>
                <a:schemeClr val="lt1"/>
              </a:solidFill>
              <a:latin typeface="Lexend"/>
              <a:ea typeface="Lexend"/>
              <a:cs typeface="Lexend"/>
              <a:sym typeface="Lexend"/>
            </a:endParaRPr>
          </a:p>
        </p:txBody>
      </p:sp>
      <p:sp>
        <p:nvSpPr>
          <p:cNvPr id="702" name="Google Shape;702;p36"/>
          <p:cNvSpPr txBox="1"/>
          <p:nvPr>
            <p:ph idx="6"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age - 03">
  <p:cSld name="CUSTOM_11">
    <p:spTree>
      <p:nvGrpSpPr>
        <p:cNvPr id="703" name="Shape 703"/>
        <p:cNvGrpSpPr/>
        <p:nvPr/>
      </p:nvGrpSpPr>
      <p:grpSpPr>
        <a:xfrm>
          <a:off x="0" y="0"/>
          <a:ext cx="0" cy="0"/>
          <a:chOff x="0" y="0"/>
          <a:chExt cx="0" cy="0"/>
        </a:xfrm>
      </p:grpSpPr>
      <p:sp>
        <p:nvSpPr>
          <p:cNvPr id="704" name="Google Shape;704;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705" name="Google Shape;705;p37"/>
          <p:cNvSpPr/>
          <p:nvPr/>
        </p:nvSpPr>
        <p:spPr>
          <a:xfrm>
            <a:off x="3" y="25"/>
            <a:ext cx="9144000" cy="5143500"/>
          </a:xfrm>
          <a:prstGeom prst="rect">
            <a:avLst/>
          </a:prstGeom>
          <a:solidFill>
            <a:srgbClr val="21252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06" name="Google Shape;706;p37"/>
          <p:cNvGrpSpPr/>
          <p:nvPr/>
        </p:nvGrpSpPr>
        <p:grpSpPr>
          <a:xfrm>
            <a:off x="-1" y="-19"/>
            <a:ext cx="704286" cy="5143552"/>
            <a:chOff x="360000" y="360000"/>
            <a:chExt cx="446146" cy="3258300"/>
          </a:xfrm>
        </p:grpSpPr>
        <p:sp>
          <p:nvSpPr>
            <p:cNvPr id="707" name="Google Shape;707;p37"/>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8" name="Google Shape;708;p37"/>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9" name="Google Shape;709;p37"/>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710" name="Google Shape;710;p37"/>
          <p:cNvGrpSpPr/>
          <p:nvPr/>
        </p:nvGrpSpPr>
        <p:grpSpPr>
          <a:xfrm>
            <a:off x="-1" y="31"/>
            <a:ext cx="704286" cy="5143552"/>
            <a:chOff x="360000" y="360000"/>
            <a:chExt cx="446146" cy="3258300"/>
          </a:xfrm>
        </p:grpSpPr>
        <p:sp>
          <p:nvSpPr>
            <p:cNvPr id="711" name="Google Shape;711;p37"/>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2" name="Google Shape;712;p37"/>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3" name="Google Shape;713;p37"/>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714" name="Google Shape;714;p37"/>
          <p:cNvGrpSpPr/>
          <p:nvPr/>
        </p:nvGrpSpPr>
        <p:grpSpPr>
          <a:xfrm>
            <a:off x="-1" y="-19"/>
            <a:ext cx="704286" cy="5143552"/>
            <a:chOff x="360000" y="360000"/>
            <a:chExt cx="446146" cy="3258300"/>
          </a:xfrm>
        </p:grpSpPr>
        <p:sp>
          <p:nvSpPr>
            <p:cNvPr id="715" name="Google Shape;715;p37"/>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6" name="Google Shape;716;p37"/>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7" name="Google Shape;717;p37"/>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718" name="Google Shape;718;p37"/>
          <p:cNvGrpSpPr/>
          <p:nvPr/>
        </p:nvGrpSpPr>
        <p:grpSpPr>
          <a:xfrm>
            <a:off x="-1" y="31"/>
            <a:ext cx="704286" cy="5143552"/>
            <a:chOff x="360000" y="360000"/>
            <a:chExt cx="446146" cy="3258300"/>
          </a:xfrm>
        </p:grpSpPr>
        <p:sp>
          <p:nvSpPr>
            <p:cNvPr id="719" name="Google Shape;719;p37"/>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0" name="Google Shape;720;p37"/>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1" name="Google Shape;721;p37"/>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22" name="Google Shape;722;p37"/>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23" name="Google Shape;723;p37"/>
          <p:cNvPicPr preferRelativeResize="0"/>
          <p:nvPr/>
        </p:nvPicPr>
        <p:blipFill>
          <a:blip r:embed="rId2">
            <a:alphaModFix/>
          </a:blip>
          <a:stretch>
            <a:fillRect/>
          </a:stretch>
        </p:blipFill>
        <p:spPr>
          <a:xfrm>
            <a:off x="8933375" y="62875"/>
            <a:ext cx="143400" cy="129650"/>
          </a:xfrm>
          <a:prstGeom prst="rect">
            <a:avLst/>
          </a:prstGeom>
          <a:noFill/>
          <a:ln>
            <a:noFill/>
          </a:ln>
        </p:spPr>
      </p:pic>
      <p:grpSp>
        <p:nvGrpSpPr>
          <p:cNvPr id="724" name="Google Shape;724;p37"/>
          <p:cNvGrpSpPr/>
          <p:nvPr/>
        </p:nvGrpSpPr>
        <p:grpSpPr>
          <a:xfrm>
            <a:off x="913550" y="3886125"/>
            <a:ext cx="2033850" cy="404100"/>
            <a:chOff x="978800" y="4029275"/>
            <a:chExt cx="2033850" cy="404100"/>
          </a:xfrm>
        </p:grpSpPr>
        <p:grpSp>
          <p:nvGrpSpPr>
            <p:cNvPr id="725" name="Google Shape;725;p37"/>
            <p:cNvGrpSpPr/>
            <p:nvPr/>
          </p:nvGrpSpPr>
          <p:grpSpPr>
            <a:xfrm>
              <a:off x="978800" y="4029275"/>
              <a:ext cx="2033850" cy="404100"/>
              <a:chOff x="978800" y="3953075"/>
              <a:chExt cx="2033850" cy="404100"/>
            </a:xfrm>
          </p:grpSpPr>
          <p:sp>
            <p:nvSpPr>
              <p:cNvPr id="726" name="Google Shape;726;p37"/>
              <p:cNvSpPr txBox="1"/>
              <p:nvPr/>
            </p:nvSpPr>
            <p:spPr>
              <a:xfrm>
                <a:off x="1382750" y="3985775"/>
                <a:ext cx="16299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700"/>
                  <a:buFont typeface="Lexend"/>
                  <a:buNone/>
                </a:pPr>
                <a:r>
                  <a:rPr i="0" lang="en-GB" sz="1000" u="none" cap="none" strike="noStrike">
                    <a:solidFill>
                      <a:srgbClr val="FFFFFF"/>
                    </a:solidFill>
                    <a:latin typeface="Lexend"/>
                    <a:ea typeface="Lexend"/>
                    <a:cs typeface="Lexend"/>
                    <a:sym typeface="Lexend"/>
                  </a:rPr>
                  <a:t>equalexperts.com</a:t>
                </a:r>
                <a:endParaRPr i="0" sz="1000" u="none" cap="none" strike="noStrike">
                  <a:solidFill>
                    <a:srgbClr val="FFFFFF"/>
                  </a:solidFill>
                  <a:latin typeface="Lexend"/>
                  <a:ea typeface="Lexend"/>
                  <a:cs typeface="Lexend"/>
                  <a:sym typeface="Lexend"/>
                </a:endParaRPr>
              </a:p>
            </p:txBody>
          </p:sp>
          <p:sp>
            <p:nvSpPr>
              <p:cNvPr id="727" name="Google Shape;727;p37"/>
              <p:cNvSpPr/>
              <p:nvPr/>
            </p:nvSpPr>
            <p:spPr>
              <a:xfrm>
                <a:off x="978800" y="3953075"/>
                <a:ext cx="404100" cy="4041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728" name="Google Shape;728;p37"/>
            <p:cNvPicPr preferRelativeResize="0"/>
            <p:nvPr/>
          </p:nvPicPr>
          <p:blipFill>
            <a:blip r:embed="rId3">
              <a:alphaModFix/>
            </a:blip>
            <a:stretch>
              <a:fillRect/>
            </a:stretch>
          </p:blipFill>
          <p:spPr>
            <a:xfrm>
              <a:off x="1035225" y="4145067"/>
              <a:ext cx="277800" cy="172517"/>
            </a:xfrm>
            <a:prstGeom prst="rect">
              <a:avLst/>
            </a:prstGeom>
            <a:noFill/>
            <a:ln>
              <a:noFill/>
            </a:ln>
          </p:spPr>
        </p:pic>
      </p:grpSp>
      <p:grpSp>
        <p:nvGrpSpPr>
          <p:cNvPr id="729" name="Google Shape;729;p37"/>
          <p:cNvGrpSpPr/>
          <p:nvPr/>
        </p:nvGrpSpPr>
        <p:grpSpPr>
          <a:xfrm>
            <a:off x="2934400" y="3886125"/>
            <a:ext cx="2035900" cy="404100"/>
            <a:chOff x="2999650" y="4029275"/>
            <a:chExt cx="2035900" cy="404100"/>
          </a:xfrm>
        </p:grpSpPr>
        <p:sp>
          <p:nvSpPr>
            <p:cNvPr id="730" name="Google Shape;730;p37"/>
            <p:cNvSpPr txBox="1"/>
            <p:nvPr/>
          </p:nvSpPr>
          <p:spPr>
            <a:xfrm>
              <a:off x="3405650" y="4061975"/>
              <a:ext cx="1629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700"/>
                <a:buFont typeface="Lexend"/>
                <a:buNone/>
              </a:pPr>
              <a:r>
                <a:rPr lang="en-GB" sz="1000">
                  <a:solidFill>
                    <a:srgbClr val="FFFFFF"/>
                  </a:solidFill>
                  <a:latin typeface="Lexend"/>
                  <a:ea typeface="Lexend"/>
                  <a:cs typeface="Lexend"/>
                  <a:sym typeface="Lexend"/>
                </a:rPr>
                <a:t>@EqualExperts</a:t>
              </a:r>
              <a:endParaRPr sz="1000">
                <a:solidFill>
                  <a:srgbClr val="FFFFFF"/>
                </a:solidFill>
                <a:latin typeface="Lexend"/>
                <a:ea typeface="Lexend"/>
                <a:cs typeface="Lexend"/>
                <a:sym typeface="Lexend"/>
              </a:endParaRPr>
            </a:p>
          </p:txBody>
        </p:sp>
        <p:grpSp>
          <p:nvGrpSpPr>
            <p:cNvPr id="731" name="Google Shape;731;p37"/>
            <p:cNvGrpSpPr/>
            <p:nvPr/>
          </p:nvGrpSpPr>
          <p:grpSpPr>
            <a:xfrm>
              <a:off x="2999650" y="4029275"/>
              <a:ext cx="404100" cy="404100"/>
              <a:chOff x="2999650" y="4029275"/>
              <a:chExt cx="404100" cy="404100"/>
            </a:xfrm>
          </p:grpSpPr>
          <p:sp>
            <p:nvSpPr>
              <p:cNvPr id="732" name="Google Shape;732;p37"/>
              <p:cNvSpPr/>
              <p:nvPr/>
            </p:nvSpPr>
            <p:spPr>
              <a:xfrm>
                <a:off x="2999650" y="4029275"/>
                <a:ext cx="404100" cy="4041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33" name="Google Shape;733;p37"/>
              <p:cNvPicPr preferRelativeResize="0"/>
              <p:nvPr/>
            </p:nvPicPr>
            <p:blipFill>
              <a:blip r:embed="rId4">
                <a:alphaModFix/>
              </a:blip>
              <a:stretch>
                <a:fillRect/>
              </a:stretch>
            </p:blipFill>
            <p:spPr>
              <a:xfrm>
                <a:off x="3092387" y="4112137"/>
                <a:ext cx="233537" cy="238376"/>
              </a:xfrm>
              <a:prstGeom prst="rect">
                <a:avLst/>
              </a:prstGeom>
              <a:noFill/>
              <a:ln>
                <a:noFill/>
              </a:ln>
            </p:spPr>
          </p:pic>
        </p:grpSp>
      </p:grpSp>
      <p:grpSp>
        <p:nvGrpSpPr>
          <p:cNvPr id="734" name="Google Shape;734;p37"/>
          <p:cNvGrpSpPr/>
          <p:nvPr/>
        </p:nvGrpSpPr>
        <p:grpSpPr>
          <a:xfrm>
            <a:off x="4796525" y="3886125"/>
            <a:ext cx="3179775" cy="404100"/>
            <a:chOff x="5090375" y="4029275"/>
            <a:chExt cx="3179775" cy="404100"/>
          </a:xfrm>
        </p:grpSpPr>
        <p:sp>
          <p:nvSpPr>
            <p:cNvPr id="735" name="Google Shape;735;p37"/>
            <p:cNvSpPr txBox="1"/>
            <p:nvPr/>
          </p:nvSpPr>
          <p:spPr>
            <a:xfrm>
              <a:off x="5504750" y="4061975"/>
              <a:ext cx="2765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700"/>
                <a:buFont typeface="Lexend"/>
                <a:buNone/>
              </a:pPr>
              <a:r>
                <a:rPr lang="en-GB" sz="1000">
                  <a:solidFill>
                    <a:srgbClr val="FFFFFF"/>
                  </a:solidFill>
                  <a:latin typeface="Lexend"/>
                  <a:ea typeface="Lexend"/>
                  <a:cs typeface="Lexend"/>
                  <a:sym typeface="Lexend"/>
                </a:rPr>
                <a:t>linkedin.com/company/equal-experts/</a:t>
              </a:r>
              <a:endParaRPr i="0" sz="1000" u="none" cap="none" strike="noStrike">
                <a:solidFill>
                  <a:srgbClr val="FFFFFF"/>
                </a:solidFill>
                <a:latin typeface="Lexend"/>
                <a:ea typeface="Lexend"/>
                <a:cs typeface="Lexend"/>
                <a:sym typeface="Lexend"/>
              </a:endParaRPr>
            </a:p>
          </p:txBody>
        </p:sp>
        <p:grpSp>
          <p:nvGrpSpPr>
            <p:cNvPr id="736" name="Google Shape;736;p37"/>
            <p:cNvGrpSpPr/>
            <p:nvPr/>
          </p:nvGrpSpPr>
          <p:grpSpPr>
            <a:xfrm>
              <a:off x="5090375" y="4029275"/>
              <a:ext cx="404100" cy="404100"/>
              <a:chOff x="5090375" y="4029275"/>
              <a:chExt cx="404100" cy="404100"/>
            </a:xfrm>
          </p:grpSpPr>
          <p:sp>
            <p:nvSpPr>
              <p:cNvPr id="737" name="Google Shape;737;p37"/>
              <p:cNvSpPr/>
              <p:nvPr/>
            </p:nvSpPr>
            <p:spPr>
              <a:xfrm>
                <a:off x="5090375" y="4029275"/>
                <a:ext cx="404100" cy="4041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38" name="Google Shape;738;p37"/>
              <p:cNvPicPr preferRelativeResize="0"/>
              <p:nvPr/>
            </p:nvPicPr>
            <p:blipFill>
              <a:blip r:embed="rId5">
                <a:alphaModFix/>
              </a:blip>
              <a:stretch>
                <a:fillRect/>
              </a:stretch>
            </p:blipFill>
            <p:spPr>
              <a:xfrm>
                <a:off x="5175650" y="4114476"/>
                <a:ext cx="233551" cy="233675"/>
              </a:xfrm>
              <a:prstGeom prst="rect">
                <a:avLst/>
              </a:prstGeom>
              <a:noFill/>
              <a:ln>
                <a:noFill/>
              </a:ln>
            </p:spPr>
          </p:pic>
        </p:grpSp>
      </p:grpSp>
      <p:grpSp>
        <p:nvGrpSpPr>
          <p:cNvPr id="739" name="Google Shape;739;p37"/>
          <p:cNvGrpSpPr/>
          <p:nvPr/>
        </p:nvGrpSpPr>
        <p:grpSpPr>
          <a:xfrm>
            <a:off x="913550" y="1580313"/>
            <a:ext cx="1622700" cy="1713313"/>
            <a:chOff x="913550" y="1580313"/>
            <a:chExt cx="1622700" cy="1713313"/>
          </a:xfrm>
        </p:grpSpPr>
        <p:sp>
          <p:nvSpPr>
            <p:cNvPr id="740" name="Google Shape;740;p37"/>
            <p:cNvSpPr/>
            <p:nvPr/>
          </p:nvSpPr>
          <p:spPr>
            <a:xfrm>
              <a:off x="913550" y="3206925"/>
              <a:ext cx="1622700" cy="86700"/>
            </a:xfrm>
            <a:prstGeom prst="rect">
              <a:avLst/>
            </a:prstGeom>
            <a:solidFill>
              <a:srgbClr val="17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1" name="Google Shape;741;p37"/>
            <p:cNvSpPr/>
            <p:nvPr/>
          </p:nvSpPr>
          <p:spPr>
            <a:xfrm>
              <a:off x="913550" y="1580313"/>
              <a:ext cx="1618800" cy="16200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2" name="Google Shape;742;p37"/>
            <p:cNvSpPr txBox="1"/>
            <p:nvPr/>
          </p:nvSpPr>
          <p:spPr>
            <a:xfrm>
              <a:off x="913550" y="2078175"/>
              <a:ext cx="1618800" cy="62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Add </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Headshot</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here </a:t>
              </a:r>
              <a:endParaRPr sz="1000">
                <a:solidFill>
                  <a:srgbClr val="999999"/>
                </a:solidFill>
                <a:latin typeface="Lexend Light"/>
                <a:ea typeface="Lexend Light"/>
                <a:cs typeface="Lexend Light"/>
                <a:sym typeface="Lexend Light"/>
              </a:endParaRPr>
            </a:p>
          </p:txBody>
        </p:sp>
      </p:grpSp>
      <p:sp>
        <p:nvSpPr>
          <p:cNvPr id="743" name="Google Shape;743;p37"/>
          <p:cNvSpPr txBox="1"/>
          <p:nvPr>
            <p:ph type="title"/>
          </p:nvPr>
        </p:nvSpPr>
        <p:spPr>
          <a:xfrm>
            <a:off x="2905050" y="2586325"/>
            <a:ext cx="4584600" cy="198600"/>
          </a:xfrm>
          <a:prstGeom prst="rect">
            <a:avLst/>
          </a:prstGeom>
        </p:spPr>
        <p:txBody>
          <a:bodyPr anchorCtr="0" anchor="ctr" bIns="0" lIns="0" spcFirstLastPara="1" rIns="0" wrap="square" tIns="0">
            <a:normAutofit/>
          </a:bodyPr>
          <a:lstStyle>
            <a:lvl1pPr lvl="0">
              <a:spcBef>
                <a:spcPts val="0"/>
              </a:spcBef>
              <a:spcAft>
                <a:spcPts val="0"/>
              </a:spcAft>
              <a:buClr>
                <a:srgbClr val="2095D3"/>
              </a:buClr>
              <a:buSzPts val="1200"/>
              <a:buFont typeface="Lexend Light"/>
              <a:buNone/>
              <a:defRPr sz="1200" u="sng">
                <a:solidFill>
                  <a:srgbClr val="2095D3"/>
                </a:solidFill>
                <a:latin typeface="Lexend Light"/>
                <a:ea typeface="Lexend Light"/>
                <a:cs typeface="Lexend Light"/>
                <a:sym typeface="Lexend Light"/>
              </a:defRPr>
            </a:lvl1pPr>
            <a:lvl2pPr lvl="1">
              <a:spcBef>
                <a:spcPts val="0"/>
              </a:spcBef>
              <a:spcAft>
                <a:spcPts val="0"/>
              </a:spcAft>
              <a:buSzPts val="3600"/>
              <a:buFont typeface="Lexend Light"/>
              <a:buNone/>
              <a:defRPr sz="3600" u="sng">
                <a:latin typeface="Lexend Light"/>
                <a:ea typeface="Lexend Light"/>
                <a:cs typeface="Lexend Light"/>
                <a:sym typeface="Lexend Light"/>
              </a:defRPr>
            </a:lvl2pPr>
            <a:lvl3pPr lvl="2">
              <a:spcBef>
                <a:spcPts val="0"/>
              </a:spcBef>
              <a:spcAft>
                <a:spcPts val="0"/>
              </a:spcAft>
              <a:buSzPts val="3600"/>
              <a:buFont typeface="Lexend Light"/>
              <a:buNone/>
              <a:defRPr sz="3600" u="sng">
                <a:latin typeface="Lexend Light"/>
                <a:ea typeface="Lexend Light"/>
                <a:cs typeface="Lexend Light"/>
                <a:sym typeface="Lexend Light"/>
              </a:defRPr>
            </a:lvl3pPr>
            <a:lvl4pPr lvl="3">
              <a:spcBef>
                <a:spcPts val="0"/>
              </a:spcBef>
              <a:spcAft>
                <a:spcPts val="0"/>
              </a:spcAft>
              <a:buSzPts val="3600"/>
              <a:buFont typeface="Lexend Light"/>
              <a:buNone/>
              <a:defRPr sz="3600" u="sng">
                <a:latin typeface="Lexend Light"/>
                <a:ea typeface="Lexend Light"/>
                <a:cs typeface="Lexend Light"/>
                <a:sym typeface="Lexend Light"/>
              </a:defRPr>
            </a:lvl4pPr>
            <a:lvl5pPr lvl="4">
              <a:spcBef>
                <a:spcPts val="0"/>
              </a:spcBef>
              <a:spcAft>
                <a:spcPts val="0"/>
              </a:spcAft>
              <a:buSzPts val="3600"/>
              <a:buFont typeface="Lexend Light"/>
              <a:buNone/>
              <a:defRPr sz="3600" u="sng">
                <a:latin typeface="Lexend Light"/>
                <a:ea typeface="Lexend Light"/>
                <a:cs typeface="Lexend Light"/>
                <a:sym typeface="Lexend Light"/>
              </a:defRPr>
            </a:lvl5pPr>
            <a:lvl6pPr lvl="5">
              <a:spcBef>
                <a:spcPts val="0"/>
              </a:spcBef>
              <a:spcAft>
                <a:spcPts val="0"/>
              </a:spcAft>
              <a:buSzPts val="3600"/>
              <a:buFont typeface="Lexend Light"/>
              <a:buNone/>
              <a:defRPr sz="3600" u="sng">
                <a:latin typeface="Lexend Light"/>
                <a:ea typeface="Lexend Light"/>
                <a:cs typeface="Lexend Light"/>
                <a:sym typeface="Lexend Light"/>
              </a:defRPr>
            </a:lvl6pPr>
            <a:lvl7pPr lvl="6">
              <a:spcBef>
                <a:spcPts val="0"/>
              </a:spcBef>
              <a:spcAft>
                <a:spcPts val="0"/>
              </a:spcAft>
              <a:buSzPts val="3600"/>
              <a:buFont typeface="Lexend Light"/>
              <a:buNone/>
              <a:defRPr sz="3600" u="sng">
                <a:latin typeface="Lexend Light"/>
                <a:ea typeface="Lexend Light"/>
                <a:cs typeface="Lexend Light"/>
                <a:sym typeface="Lexend Light"/>
              </a:defRPr>
            </a:lvl7pPr>
            <a:lvl8pPr lvl="7">
              <a:spcBef>
                <a:spcPts val="0"/>
              </a:spcBef>
              <a:spcAft>
                <a:spcPts val="0"/>
              </a:spcAft>
              <a:buSzPts val="3600"/>
              <a:buFont typeface="Lexend Light"/>
              <a:buNone/>
              <a:defRPr sz="3600" u="sng">
                <a:latin typeface="Lexend Light"/>
                <a:ea typeface="Lexend Light"/>
                <a:cs typeface="Lexend Light"/>
                <a:sym typeface="Lexend Light"/>
              </a:defRPr>
            </a:lvl8pPr>
            <a:lvl9pPr lvl="8">
              <a:spcBef>
                <a:spcPts val="0"/>
              </a:spcBef>
              <a:spcAft>
                <a:spcPts val="0"/>
              </a:spcAft>
              <a:buSzPts val="3600"/>
              <a:buFont typeface="Lexend Light"/>
              <a:buNone/>
              <a:defRPr sz="3600" u="sng">
                <a:latin typeface="Lexend Light"/>
                <a:ea typeface="Lexend Light"/>
                <a:cs typeface="Lexend Light"/>
                <a:sym typeface="Lexend Light"/>
              </a:defRPr>
            </a:lvl9pPr>
          </a:lstStyle>
          <a:p/>
        </p:txBody>
      </p:sp>
      <p:sp>
        <p:nvSpPr>
          <p:cNvPr id="744" name="Google Shape;744;p37"/>
          <p:cNvSpPr txBox="1"/>
          <p:nvPr>
            <p:ph idx="2" type="title"/>
          </p:nvPr>
        </p:nvSpPr>
        <p:spPr>
          <a:xfrm>
            <a:off x="2905050" y="1747114"/>
            <a:ext cx="4584600" cy="3936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2300"/>
              <a:buFont typeface="Lexend"/>
              <a:buNone/>
              <a:defRPr sz="2300">
                <a:solidFill>
                  <a:schemeClr val="lt1"/>
                </a:solidFill>
                <a:latin typeface="Lexend"/>
                <a:ea typeface="Lexend"/>
                <a:cs typeface="Lexend"/>
                <a:sym typeface="Lexend"/>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745" name="Google Shape;745;p37"/>
          <p:cNvSpPr txBox="1"/>
          <p:nvPr>
            <p:ph idx="3" type="title"/>
          </p:nvPr>
        </p:nvSpPr>
        <p:spPr>
          <a:xfrm>
            <a:off x="2905050" y="2078183"/>
            <a:ext cx="4584600" cy="3936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300"/>
              <a:buFont typeface="Lexend"/>
              <a:buNone/>
              <a:defRPr sz="1300">
                <a:solidFill>
                  <a:schemeClr val="lt1"/>
                </a:solidFill>
                <a:latin typeface="Lexend"/>
                <a:ea typeface="Lexend"/>
                <a:cs typeface="Lexend"/>
                <a:sym typeface="Lexend"/>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746" name="Google Shape;746;p37"/>
          <p:cNvSpPr txBox="1"/>
          <p:nvPr>
            <p:ph idx="4" type="title"/>
          </p:nvPr>
        </p:nvSpPr>
        <p:spPr>
          <a:xfrm>
            <a:off x="2905050" y="2810050"/>
            <a:ext cx="4584600" cy="2376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200"/>
              <a:buFont typeface="Lexend Light"/>
              <a:buNone/>
              <a:defRPr sz="1200">
                <a:solidFill>
                  <a:schemeClr val="lt1"/>
                </a:solidFill>
                <a:latin typeface="Lexend Light"/>
                <a:ea typeface="Lexend Light"/>
                <a:cs typeface="Lexend Light"/>
                <a:sym typeface="Lexend Light"/>
              </a:defRPr>
            </a:lvl1pPr>
            <a:lvl2pPr lvl="1">
              <a:spcBef>
                <a:spcPts val="0"/>
              </a:spcBef>
              <a:spcAft>
                <a:spcPts val="0"/>
              </a:spcAft>
              <a:buClr>
                <a:srgbClr val="1F6281"/>
              </a:buClr>
              <a:buSzPts val="3600"/>
              <a:buFont typeface="Lexend Light"/>
              <a:buNone/>
              <a:defRPr sz="3600">
                <a:solidFill>
                  <a:srgbClr val="1F6281"/>
                </a:solidFill>
                <a:latin typeface="Lexend Light"/>
                <a:ea typeface="Lexend Light"/>
                <a:cs typeface="Lexend Light"/>
                <a:sym typeface="Lexend Light"/>
              </a:defRPr>
            </a:lvl2pPr>
            <a:lvl3pPr lvl="2">
              <a:spcBef>
                <a:spcPts val="0"/>
              </a:spcBef>
              <a:spcAft>
                <a:spcPts val="0"/>
              </a:spcAft>
              <a:buClr>
                <a:srgbClr val="1F6281"/>
              </a:buClr>
              <a:buSzPts val="3600"/>
              <a:buFont typeface="Lexend Light"/>
              <a:buNone/>
              <a:defRPr sz="3600">
                <a:solidFill>
                  <a:srgbClr val="1F6281"/>
                </a:solidFill>
                <a:latin typeface="Lexend Light"/>
                <a:ea typeface="Lexend Light"/>
                <a:cs typeface="Lexend Light"/>
                <a:sym typeface="Lexend Light"/>
              </a:defRPr>
            </a:lvl3pPr>
            <a:lvl4pPr lvl="3">
              <a:spcBef>
                <a:spcPts val="0"/>
              </a:spcBef>
              <a:spcAft>
                <a:spcPts val="0"/>
              </a:spcAft>
              <a:buClr>
                <a:srgbClr val="1F6281"/>
              </a:buClr>
              <a:buSzPts val="3600"/>
              <a:buFont typeface="Lexend Light"/>
              <a:buNone/>
              <a:defRPr sz="3600">
                <a:solidFill>
                  <a:srgbClr val="1F6281"/>
                </a:solidFill>
                <a:latin typeface="Lexend Light"/>
                <a:ea typeface="Lexend Light"/>
                <a:cs typeface="Lexend Light"/>
                <a:sym typeface="Lexend Light"/>
              </a:defRPr>
            </a:lvl4pPr>
            <a:lvl5pPr lvl="4">
              <a:spcBef>
                <a:spcPts val="0"/>
              </a:spcBef>
              <a:spcAft>
                <a:spcPts val="0"/>
              </a:spcAft>
              <a:buClr>
                <a:srgbClr val="1F6281"/>
              </a:buClr>
              <a:buSzPts val="3600"/>
              <a:buFont typeface="Lexend Light"/>
              <a:buNone/>
              <a:defRPr sz="3600">
                <a:solidFill>
                  <a:srgbClr val="1F6281"/>
                </a:solidFill>
                <a:latin typeface="Lexend Light"/>
                <a:ea typeface="Lexend Light"/>
                <a:cs typeface="Lexend Light"/>
                <a:sym typeface="Lexend Light"/>
              </a:defRPr>
            </a:lvl5pPr>
            <a:lvl6pPr lvl="5">
              <a:spcBef>
                <a:spcPts val="0"/>
              </a:spcBef>
              <a:spcAft>
                <a:spcPts val="0"/>
              </a:spcAft>
              <a:buClr>
                <a:srgbClr val="1F6281"/>
              </a:buClr>
              <a:buSzPts val="3600"/>
              <a:buFont typeface="Lexend Light"/>
              <a:buNone/>
              <a:defRPr sz="3600">
                <a:solidFill>
                  <a:srgbClr val="1F6281"/>
                </a:solidFill>
                <a:latin typeface="Lexend Light"/>
                <a:ea typeface="Lexend Light"/>
                <a:cs typeface="Lexend Light"/>
                <a:sym typeface="Lexend Light"/>
              </a:defRPr>
            </a:lvl6pPr>
            <a:lvl7pPr lvl="6">
              <a:spcBef>
                <a:spcPts val="0"/>
              </a:spcBef>
              <a:spcAft>
                <a:spcPts val="0"/>
              </a:spcAft>
              <a:buClr>
                <a:srgbClr val="1F6281"/>
              </a:buClr>
              <a:buSzPts val="3600"/>
              <a:buFont typeface="Lexend Light"/>
              <a:buNone/>
              <a:defRPr sz="3600">
                <a:solidFill>
                  <a:srgbClr val="1F6281"/>
                </a:solidFill>
                <a:latin typeface="Lexend Light"/>
                <a:ea typeface="Lexend Light"/>
                <a:cs typeface="Lexend Light"/>
                <a:sym typeface="Lexend Light"/>
              </a:defRPr>
            </a:lvl7pPr>
            <a:lvl8pPr lvl="7">
              <a:spcBef>
                <a:spcPts val="0"/>
              </a:spcBef>
              <a:spcAft>
                <a:spcPts val="0"/>
              </a:spcAft>
              <a:buClr>
                <a:srgbClr val="1F6281"/>
              </a:buClr>
              <a:buSzPts val="3600"/>
              <a:buFont typeface="Lexend Light"/>
              <a:buNone/>
              <a:defRPr sz="3600">
                <a:solidFill>
                  <a:srgbClr val="1F6281"/>
                </a:solidFill>
                <a:latin typeface="Lexend Light"/>
                <a:ea typeface="Lexend Light"/>
                <a:cs typeface="Lexend Light"/>
                <a:sym typeface="Lexend Light"/>
              </a:defRPr>
            </a:lvl8pPr>
            <a:lvl9pPr lvl="8">
              <a:spcBef>
                <a:spcPts val="0"/>
              </a:spcBef>
              <a:spcAft>
                <a:spcPts val="0"/>
              </a:spcAft>
              <a:buClr>
                <a:srgbClr val="1F6281"/>
              </a:buClr>
              <a:buSzPts val="3600"/>
              <a:buFont typeface="Lexend Light"/>
              <a:buNone/>
              <a:defRPr sz="3600">
                <a:solidFill>
                  <a:srgbClr val="1F6281"/>
                </a:solidFill>
                <a:latin typeface="Lexend Light"/>
                <a:ea typeface="Lexend Light"/>
                <a:cs typeface="Lexend Light"/>
                <a:sym typeface="Lexend Light"/>
              </a:defRPr>
            </a:lvl9pPr>
          </a:lstStyle>
          <a:p/>
        </p:txBody>
      </p:sp>
      <p:sp>
        <p:nvSpPr>
          <p:cNvPr id="747" name="Google Shape;747;p37"/>
          <p:cNvSpPr txBox="1"/>
          <p:nvPr>
            <p:ph idx="5"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748" name="Google Shape;748;p37"/>
          <p:cNvSpPr txBox="1"/>
          <p:nvPr/>
        </p:nvSpPr>
        <p:spPr>
          <a:xfrm>
            <a:off x="522341" y="647550"/>
            <a:ext cx="58452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chemeClr val="lt1"/>
                </a:solidFill>
                <a:latin typeface="Lexend"/>
                <a:ea typeface="Lexend"/>
                <a:cs typeface="Lexend"/>
                <a:sym typeface="Lexend"/>
              </a:rPr>
              <a:t>Contact</a:t>
            </a:r>
            <a:endParaRPr sz="3500">
              <a:solidFill>
                <a:schemeClr val="lt1"/>
              </a:solidFill>
              <a:latin typeface="Lexend"/>
              <a:ea typeface="Lexend"/>
              <a:cs typeface="Lexend"/>
              <a:sym typeface="Lexend"/>
            </a:endParaRPr>
          </a:p>
        </p:txBody>
      </p:sp>
      <p:sp>
        <p:nvSpPr>
          <p:cNvPr id="749" name="Google Shape;749;p37"/>
          <p:cNvSpPr txBox="1"/>
          <p:nvPr>
            <p:ph idx="6"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Team - Small - 01">
  <p:cSld name="CUSTOM_12">
    <p:spTree>
      <p:nvGrpSpPr>
        <p:cNvPr id="750" name="Shape 750"/>
        <p:cNvGrpSpPr/>
        <p:nvPr/>
      </p:nvGrpSpPr>
      <p:grpSpPr>
        <a:xfrm>
          <a:off x="0" y="0"/>
          <a:ext cx="0" cy="0"/>
          <a:chOff x="0" y="0"/>
          <a:chExt cx="0" cy="0"/>
        </a:xfrm>
      </p:grpSpPr>
      <p:grpSp>
        <p:nvGrpSpPr>
          <p:cNvPr id="751" name="Google Shape;751;p38"/>
          <p:cNvGrpSpPr/>
          <p:nvPr/>
        </p:nvGrpSpPr>
        <p:grpSpPr>
          <a:xfrm>
            <a:off x="-1" y="-19"/>
            <a:ext cx="704286" cy="5143552"/>
            <a:chOff x="360000" y="360000"/>
            <a:chExt cx="446146" cy="3258300"/>
          </a:xfrm>
        </p:grpSpPr>
        <p:sp>
          <p:nvSpPr>
            <p:cNvPr id="752" name="Google Shape;752;p38"/>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3" name="Google Shape;753;p38"/>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4" name="Google Shape;754;p38"/>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55" name="Google Shape;755;p38"/>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56" name="Google Shape;756;p38"/>
          <p:cNvPicPr preferRelativeResize="0"/>
          <p:nvPr/>
        </p:nvPicPr>
        <p:blipFill>
          <a:blip r:embed="rId2">
            <a:alphaModFix/>
          </a:blip>
          <a:stretch>
            <a:fillRect/>
          </a:stretch>
        </p:blipFill>
        <p:spPr>
          <a:xfrm>
            <a:off x="8933375" y="62875"/>
            <a:ext cx="143400" cy="129650"/>
          </a:xfrm>
          <a:prstGeom prst="rect">
            <a:avLst/>
          </a:prstGeom>
          <a:noFill/>
          <a:ln>
            <a:noFill/>
          </a:ln>
        </p:spPr>
      </p:pic>
      <p:sp>
        <p:nvSpPr>
          <p:cNvPr id="757" name="Google Shape;757;p38"/>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758" name="Google Shape;758;p38"/>
          <p:cNvSpPr/>
          <p:nvPr/>
        </p:nvSpPr>
        <p:spPr>
          <a:xfrm>
            <a:off x="115675" y="1352150"/>
            <a:ext cx="9028200" cy="3207900"/>
          </a:xfrm>
          <a:prstGeom prst="rect">
            <a:avLst/>
          </a:prstGeom>
          <a:solidFill>
            <a:srgbClr val="F6F7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59" name="Google Shape;759;p38"/>
          <p:cNvGrpSpPr/>
          <p:nvPr/>
        </p:nvGrpSpPr>
        <p:grpSpPr>
          <a:xfrm>
            <a:off x="972025" y="1864863"/>
            <a:ext cx="1368900" cy="1323120"/>
            <a:chOff x="1124425" y="1712463"/>
            <a:chExt cx="1368900" cy="1323120"/>
          </a:xfrm>
        </p:grpSpPr>
        <p:sp>
          <p:nvSpPr>
            <p:cNvPr id="760" name="Google Shape;760;p38"/>
            <p:cNvSpPr/>
            <p:nvPr/>
          </p:nvSpPr>
          <p:spPr>
            <a:xfrm>
              <a:off x="1125325" y="2962382"/>
              <a:ext cx="1367100" cy="73200"/>
            </a:xfrm>
            <a:prstGeom prst="rect">
              <a:avLst/>
            </a:prstGeom>
            <a:solidFill>
              <a:srgbClr val="2057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1" name="Google Shape;761;p38"/>
            <p:cNvSpPr/>
            <p:nvPr/>
          </p:nvSpPr>
          <p:spPr>
            <a:xfrm>
              <a:off x="1124425" y="1712463"/>
              <a:ext cx="1368000" cy="12456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2" name="Google Shape;762;p38"/>
            <p:cNvSpPr txBox="1"/>
            <p:nvPr/>
          </p:nvSpPr>
          <p:spPr>
            <a:xfrm>
              <a:off x="1125325" y="2023125"/>
              <a:ext cx="1368000" cy="62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Add </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Headshot</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here </a:t>
              </a:r>
              <a:endParaRPr sz="1000">
                <a:solidFill>
                  <a:srgbClr val="999999"/>
                </a:solidFill>
                <a:latin typeface="Lexend Light"/>
                <a:ea typeface="Lexend Light"/>
                <a:cs typeface="Lexend Light"/>
                <a:sym typeface="Lexend Light"/>
              </a:endParaRPr>
            </a:p>
          </p:txBody>
        </p:sp>
      </p:grpSp>
      <p:grpSp>
        <p:nvGrpSpPr>
          <p:cNvPr id="763" name="Google Shape;763;p38"/>
          <p:cNvGrpSpPr/>
          <p:nvPr/>
        </p:nvGrpSpPr>
        <p:grpSpPr>
          <a:xfrm>
            <a:off x="3662475" y="1866913"/>
            <a:ext cx="1368013" cy="1328155"/>
            <a:chOff x="3815300" y="1714513"/>
            <a:chExt cx="1368013" cy="1328155"/>
          </a:xfrm>
        </p:grpSpPr>
        <p:sp>
          <p:nvSpPr>
            <p:cNvPr id="764" name="Google Shape;764;p38"/>
            <p:cNvSpPr/>
            <p:nvPr/>
          </p:nvSpPr>
          <p:spPr>
            <a:xfrm>
              <a:off x="3815300" y="2969467"/>
              <a:ext cx="1367100" cy="73200"/>
            </a:xfrm>
            <a:prstGeom prst="rect">
              <a:avLst/>
            </a:prstGeom>
            <a:solidFill>
              <a:srgbClr val="17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5" name="Google Shape;765;p38"/>
            <p:cNvSpPr/>
            <p:nvPr/>
          </p:nvSpPr>
          <p:spPr>
            <a:xfrm>
              <a:off x="3815300" y="1714513"/>
              <a:ext cx="1368000" cy="12456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6" name="Google Shape;766;p38"/>
            <p:cNvSpPr txBox="1"/>
            <p:nvPr/>
          </p:nvSpPr>
          <p:spPr>
            <a:xfrm>
              <a:off x="3815313" y="2025175"/>
              <a:ext cx="1368000" cy="62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Add </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Headshot</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here </a:t>
              </a:r>
              <a:endParaRPr sz="1000">
                <a:solidFill>
                  <a:srgbClr val="999999"/>
                </a:solidFill>
                <a:latin typeface="Lexend Light"/>
                <a:ea typeface="Lexend Light"/>
                <a:cs typeface="Lexend Light"/>
                <a:sym typeface="Lexend Light"/>
              </a:endParaRPr>
            </a:p>
          </p:txBody>
        </p:sp>
      </p:grpSp>
      <p:sp>
        <p:nvSpPr>
          <p:cNvPr id="767" name="Google Shape;767;p38"/>
          <p:cNvSpPr txBox="1"/>
          <p:nvPr>
            <p:ph type="title"/>
          </p:nvPr>
        </p:nvSpPr>
        <p:spPr>
          <a:xfrm>
            <a:off x="972025" y="3297475"/>
            <a:ext cx="22734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100"/>
              <a:buFont typeface="Lexend SemiBold"/>
              <a:buNone/>
              <a:defRPr sz="1100">
                <a:solidFill>
                  <a:srgbClr val="212526"/>
                </a:solidFill>
                <a:latin typeface="Lexend SemiBold"/>
                <a:ea typeface="Lexend SemiBold"/>
                <a:cs typeface="Lexend SemiBold"/>
                <a:sym typeface="Lexend SemiBold"/>
              </a:defRPr>
            </a:lvl1pPr>
            <a:lvl2pPr lvl="1">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2pPr>
            <a:lvl3pPr lvl="2">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3pPr>
            <a:lvl4pPr lvl="3">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4pPr>
            <a:lvl5pPr lvl="4">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5pPr>
            <a:lvl6pPr lvl="5">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6pPr>
            <a:lvl7pPr lvl="6">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7pPr>
            <a:lvl8pPr lvl="7">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8pPr>
            <a:lvl9pPr lvl="8">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9pPr>
          </a:lstStyle>
          <a:p/>
        </p:txBody>
      </p:sp>
      <p:sp>
        <p:nvSpPr>
          <p:cNvPr id="768" name="Google Shape;768;p38"/>
          <p:cNvSpPr txBox="1"/>
          <p:nvPr>
            <p:ph idx="2" type="title"/>
          </p:nvPr>
        </p:nvSpPr>
        <p:spPr>
          <a:xfrm>
            <a:off x="972025" y="3780125"/>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769" name="Google Shape;769;p38"/>
          <p:cNvSpPr txBox="1"/>
          <p:nvPr>
            <p:ph idx="3" type="title"/>
          </p:nvPr>
        </p:nvSpPr>
        <p:spPr>
          <a:xfrm>
            <a:off x="972025" y="3983088"/>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1pPr>
            <a:lvl2pPr lvl="1">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2pPr>
            <a:lvl3pPr lvl="2">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3pPr>
            <a:lvl4pPr lvl="3">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4pPr>
            <a:lvl5pPr lvl="4">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5pPr>
            <a:lvl6pPr lvl="5">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6pPr>
            <a:lvl7pPr lvl="6">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7pPr>
            <a:lvl8pPr lvl="7">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8pPr>
            <a:lvl9pPr lvl="8">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9pPr>
          </a:lstStyle>
          <a:p/>
        </p:txBody>
      </p:sp>
      <p:grpSp>
        <p:nvGrpSpPr>
          <p:cNvPr id="770" name="Google Shape;770;p38"/>
          <p:cNvGrpSpPr/>
          <p:nvPr/>
        </p:nvGrpSpPr>
        <p:grpSpPr>
          <a:xfrm>
            <a:off x="6429975" y="1865888"/>
            <a:ext cx="1368000" cy="1329180"/>
            <a:chOff x="6658575" y="1713488"/>
            <a:chExt cx="1368000" cy="1329180"/>
          </a:xfrm>
        </p:grpSpPr>
        <p:sp>
          <p:nvSpPr>
            <p:cNvPr id="771" name="Google Shape;771;p38"/>
            <p:cNvSpPr/>
            <p:nvPr/>
          </p:nvSpPr>
          <p:spPr>
            <a:xfrm>
              <a:off x="6658575" y="2969467"/>
              <a:ext cx="1367100" cy="73200"/>
            </a:xfrm>
            <a:prstGeom prst="rect">
              <a:avLst/>
            </a:prstGeom>
            <a:solidFill>
              <a:srgbClr val="2AB6B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2" name="Google Shape;772;p38"/>
            <p:cNvSpPr/>
            <p:nvPr/>
          </p:nvSpPr>
          <p:spPr>
            <a:xfrm>
              <a:off x="6658575" y="1713488"/>
              <a:ext cx="1368000" cy="12456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3" name="Google Shape;773;p38"/>
            <p:cNvSpPr txBox="1"/>
            <p:nvPr/>
          </p:nvSpPr>
          <p:spPr>
            <a:xfrm>
              <a:off x="6658575" y="2025175"/>
              <a:ext cx="1368000" cy="62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Add </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Headshot</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here </a:t>
              </a:r>
              <a:endParaRPr sz="1000">
                <a:solidFill>
                  <a:srgbClr val="999999"/>
                </a:solidFill>
                <a:latin typeface="Lexend Light"/>
                <a:ea typeface="Lexend Light"/>
                <a:cs typeface="Lexend Light"/>
                <a:sym typeface="Lexend Light"/>
              </a:endParaRPr>
            </a:p>
          </p:txBody>
        </p:sp>
      </p:grpSp>
      <p:sp>
        <p:nvSpPr>
          <p:cNvPr id="774" name="Google Shape;774;p38"/>
          <p:cNvSpPr txBox="1"/>
          <p:nvPr>
            <p:ph idx="4" type="title"/>
          </p:nvPr>
        </p:nvSpPr>
        <p:spPr>
          <a:xfrm>
            <a:off x="972025" y="3502025"/>
            <a:ext cx="20697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1pPr>
            <a:lvl2pPr lvl="1">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2pPr>
            <a:lvl3pPr lvl="2">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3pPr>
            <a:lvl4pPr lvl="3">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4pPr>
            <a:lvl5pPr lvl="4">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5pPr>
            <a:lvl6pPr lvl="5">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6pPr>
            <a:lvl7pPr lvl="6">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7pPr>
            <a:lvl8pPr lvl="7">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8pPr>
            <a:lvl9pPr lvl="8">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9pPr>
          </a:lstStyle>
          <a:p/>
        </p:txBody>
      </p:sp>
      <p:sp>
        <p:nvSpPr>
          <p:cNvPr id="775" name="Google Shape;775;p38"/>
          <p:cNvSpPr txBox="1"/>
          <p:nvPr>
            <p:ph idx="5" type="title"/>
          </p:nvPr>
        </p:nvSpPr>
        <p:spPr>
          <a:xfrm>
            <a:off x="3662475" y="3299525"/>
            <a:ext cx="22734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100"/>
              <a:buFont typeface="Lexend SemiBold"/>
              <a:buNone/>
              <a:defRPr sz="1100">
                <a:solidFill>
                  <a:srgbClr val="212526"/>
                </a:solidFill>
                <a:latin typeface="Lexend SemiBold"/>
                <a:ea typeface="Lexend SemiBold"/>
                <a:cs typeface="Lexend SemiBold"/>
                <a:sym typeface="Lexend SemiBold"/>
              </a:defRPr>
            </a:lvl1pPr>
            <a:lvl2pPr lvl="1">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2pPr>
            <a:lvl3pPr lvl="2">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3pPr>
            <a:lvl4pPr lvl="3">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4pPr>
            <a:lvl5pPr lvl="4">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5pPr>
            <a:lvl6pPr lvl="5">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6pPr>
            <a:lvl7pPr lvl="6">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7pPr>
            <a:lvl8pPr lvl="7">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8pPr>
            <a:lvl9pPr lvl="8">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9pPr>
          </a:lstStyle>
          <a:p/>
        </p:txBody>
      </p:sp>
      <p:sp>
        <p:nvSpPr>
          <p:cNvPr id="776" name="Google Shape;776;p38"/>
          <p:cNvSpPr txBox="1"/>
          <p:nvPr>
            <p:ph idx="6" type="title"/>
          </p:nvPr>
        </p:nvSpPr>
        <p:spPr>
          <a:xfrm>
            <a:off x="3662475" y="3782175"/>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777" name="Google Shape;777;p38"/>
          <p:cNvSpPr txBox="1"/>
          <p:nvPr>
            <p:ph idx="7" type="title"/>
          </p:nvPr>
        </p:nvSpPr>
        <p:spPr>
          <a:xfrm>
            <a:off x="3662475" y="3985138"/>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1pPr>
            <a:lvl2pPr lvl="1">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2pPr>
            <a:lvl3pPr lvl="2">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3pPr>
            <a:lvl4pPr lvl="3">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4pPr>
            <a:lvl5pPr lvl="4">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5pPr>
            <a:lvl6pPr lvl="5">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6pPr>
            <a:lvl7pPr lvl="6">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7pPr>
            <a:lvl8pPr lvl="7">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8pPr>
            <a:lvl9pPr lvl="8">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9pPr>
          </a:lstStyle>
          <a:p/>
        </p:txBody>
      </p:sp>
      <p:sp>
        <p:nvSpPr>
          <p:cNvPr id="778" name="Google Shape;778;p38"/>
          <p:cNvSpPr txBox="1"/>
          <p:nvPr>
            <p:ph idx="8" type="title"/>
          </p:nvPr>
        </p:nvSpPr>
        <p:spPr>
          <a:xfrm>
            <a:off x="3662475" y="3504075"/>
            <a:ext cx="20697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1pPr>
            <a:lvl2pPr lvl="1">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2pPr>
            <a:lvl3pPr lvl="2">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3pPr>
            <a:lvl4pPr lvl="3">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4pPr>
            <a:lvl5pPr lvl="4">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5pPr>
            <a:lvl6pPr lvl="5">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6pPr>
            <a:lvl7pPr lvl="6">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7pPr>
            <a:lvl8pPr lvl="7">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8pPr>
            <a:lvl9pPr lvl="8">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9pPr>
          </a:lstStyle>
          <a:p/>
        </p:txBody>
      </p:sp>
      <p:sp>
        <p:nvSpPr>
          <p:cNvPr id="779" name="Google Shape;779;p38"/>
          <p:cNvSpPr txBox="1"/>
          <p:nvPr>
            <p:ph idx="9" type="title"/>
          </p:nvPr>
        </p:nvSpPr>
        <p:spPr>
          <a:xfrm>
            <a:off x="6429975" y="3299525"/>
            <a:ext cx="22734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100"/>
              <a:buFont typeface="Lexend SemiBold"/>
              <a:buNone/>
              <a:defRPr sz="1100">
                <a:solidFill>
                  <a:srgbClr val="212526"/>
                </a:solidFill>
                <a:latin typeface="Lexend SemiBold"/>
                <a:ea typeface="Lexend SemiBold"/>
                <a:cs typeface="Lexend SemiBold"/>
                <a:sym typeface="Lexend SemiBold"/>
              </a:defRPr>
            </a:lvl1pPr>
            <a:lvl2pPr lvl="1">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2pPr>
            <a:lvl3pPr lvl="2">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3pPr>
            <a:lvl4pPr lvl="3">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4pPr>
            <a:lvl5pPr lvl="4">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5pPr>
            <a:lvl6pPr lvl="5">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6pPr>
            <a:lvl7pPr lvl="6">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7pPr>
            <a:lvl8pPr lvl="7">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8pPr>
            <a:lvl9pPr lvl="8">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9pPr>
          </a:lstStyle>
          <a:p/>
        </p:txBody>
      </p:sp>
      <p:sp>
        <p:nvSpPr>
          <p:cNvPr id="780" name="Google Shape;780;p38"/>
          <p:cNvSpPr txBox="1"/>
          <p:nvPr>
            <p:ph idx="13" type="title"/>
          </p:nvPr>
        </p:nvSpPr>
        <p:spPr>
          <a:xfrm>
            <a:off x="6429975" y="3782175"/>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781" name="Google Shape;781;p38"/>
          <p:cNvSpPr txBox="1"/>
          <p:nvPr>
            <p:ph idx="14" type="title"/>
          </p:nvPr>
        </p:nvSpPr>
        <p:spPr>
          <a:xfrm>
            <a:off x="6429975" y="3985138"/>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1pPr>
            <a:lvl2pPr lvl="1">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2pPr>
            <a:lvl3pPr lvl="2">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3pPr>
            <a:lvl4pPr lvl="3">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4pPr>
            <a:lvl5pPr lvl="4">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5pPr>
            <a:lvl6pPr lvl="5">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6pPr>
            <a:lvl7pPr lvl="6">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7pPr>
            <a:lvl8pPr lvl="7">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8pPr>
            <a:lvl9pPr lvl="8">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9pPr>
          </a:lstStyle>
          <a:p/>
        </p:txBody>
      </p:sp>
      <p:sp>
        <p:nvSpPr>
          <p:cNvPr id="782" name="Google Shape;782;p38"/>
          <p:cNvSpPr txBox="1"/>
          <p:nvPr>
            <p:ph idx="15" type="title"/>
          </p:nvPr>
        </p:nvSpPr>
        <p:spPr>
          <a:xfrm>
            <a:off x="6429975" y="3504075"/>
            <a:ext cx="20697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1pPr>
            <a:lvl2pPr lvl="1">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2pPr>
            <a:lvl3pPr lvl="2">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3pPr>
            <a:lvl4pPr lvl="3">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4pPr>
            <a:lvl5pPr lvl="4">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5pPr>
            <a:lvl6pPr lvl="5">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6pPr>
            <a:lvl7pPr lvl="6">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7pPr>
            <a:lvl8pPr lvl="7">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8pPr>
            <a:lvl9pPr lvl="8">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9pPr>
          </a:lstStyle>
          <a:p/>
        </p:txBody>
      </p:sp>
      <p:sp>
        <p:nvSpPr>
          <p:cNvPr id="783" name="Google Shape;783;p38"/>
          <p:cNvSpPr txBox="1"/>
          <p:nvPr/>
        </p:nvSpPr>
        <p:spPr>
          <a:xfrm>
            <a:off x="522341" y="647550"/>
            <a:ext cx="58452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rgbClr val="0F618C"/>
                </a:solidFill>
                <a:latin typeface="Lexend"/>
                <a:ea typeface="Lexend"/>
                <a:cs typeface="Lexend"/>
                <a:sym typeface="Lexend"/>
              </a:rPr>
              <a:t>Contact the team</a:t>
            </a:r>
            <a:endParaRPr sz="3500">
              <a:solidFill>
                <a:srgbClr val="0F618C"/>
              </a:solidFill>
              <a:latin typeface="Lexend"/>
              <a:ea typeface="Lexend"/>
              <a:cs typeface="Lexend"/>
              <a:sym typeface="Lexend"/>
            </a:endParaRPr>
          </a:p>
        </p:txBody>
      </p:sp>
      <p:sp>
        <p:nvSpPr>
          <p:cNvPr id="784" name="Google Shape;784;p38"/>
          <p:cNvSpPr txBox="1"/>
          <p:nvPr>
            <p:ph idx="16"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Team - Small - 02">
  <p:cSld name="CUSTOM_13">
    <p:spTree>
      <p:nvGrpSpPr>
        <p:cNvPr id="785" name="Shape 785"/>
        <p:cNvGrpSpPr/>
        <p:nvPr/>
      </p:nvGrpSpPr>
      <p:grpSpPr>
        <a:xfrm>
          <a:off x="0" y="0"/>
          <a:ext cx="0" cy="0"/>
          <a:chOff x="0" y="0"/>
          <a:chExt cx="0" cy="0"/>
        </a:xfrm>
      </p:grpSpPr>
      <p:sp>
        <p:nvSpPr>
          <p:cNvPr id="786" name="Google Shape;786;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787" name="Google Shape;787;p39"/>
          <p:cNvSpPr/>
          <p:nvPr/>
        </p:nvSpPr>
        <p:spPr>
          <a:xfrm>
            <a:off x="3" y="25"/>
            <a:ext cx="9144000" cy="5143500"/>
          </a:xfrm>
          <a:prstGeom prst="rect">
            <a:avLst/>
          </a:prstGeom>
          <a:solidFill>
            <a:srgbClr val="0030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88" name="Google Shape;788;p39"/>
          <p:cNvGrpSpPr/>
          <p:nvPr/>
        </p:nvGrpSpPr>
        <p:grpSpPr>
          <a:xfrm>
            <a:off x="-1" y="-19"/>
            <a:ext cx="704286" cy="5143552"/>
            <a:chOff x="360000" y="360000"/>
            <a:chExt cx="446146" cy="3258300"/>
          </a:xfrm>
        </p:grpSpPr>
        <p:sp>
          <p:nvSpPr>
            <p:cNvPr id="789" name="Google Shape;789;p39"/>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0" name="Google Shape;790;p39"/>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1" name="Google Shape;791;p39"/>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92" name="Google Shape;792;p39"/>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93" name="Google Shape;793;p39"/>
          <p:cNvPicPr preferRelativeResize="0"/>
          <p:nvPr/>
        </p:nvPicPr>
        <p:blipFill>
          <a:blip r:embed="rId2">
            <a:alphaModFix/>
          </a:blip>
          <a:stretch>
            <a:fillRect/>
          </a:stretch>
        </p:blipFill>
        <p:spPr>
          <a:xfrm>
            <a:off x="8933375" y="62875"/>
            <a:ext cx="143400" cy="129650"/>
          </a:xfrm>
          <a:prstGeom prst="rect">
            <a:avLst/>
          </a:prstGeom>
          <a:noFill/>
          <a:ln>
            <a:noFill/>
          </a:ln>
        </p:spPr>
      </p:pic>
      <p:sp>
        <p:nvSpPr>
          <p:cNvPr id="794" name="Google Shape;794;p39"/>
          <p:cNvSpPr txBox="1"/>
          <p:nvPr>
            <p:ph idx="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795" name="Google Shape;795;p39"/>
          <p:cNvSpPr txBox="1"/>
          <p:nvPr/>
        </p:nvSpPr>
        <p:spPr>
          <a:xfrm>
            <a:off x="522341" y="647550"/>
            <a:ext cx="58452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chemeClr val="lt1"/>
                </a:solidFill>
                <a:latin typeface="Lexend"/>
                <a:ea typeface="Lexend"/>
                <a:cs typeface="Lexend"/>
                <a:sym typeface="Lexend"/>
              </a:rPr>
              <a:t>Contact the team</a:t>
            </a:r>
            <a:endParaRPr sz="3500">
              <a:solidFill>
                <a:schemeClr val="lt1"/>
              </a:solidFill>
              <a:latin typeface="Lexend"/>
              <a:ea typeface="Lexend"/>
              <a:cs typeface="Lexend"/>
              <a:sym typeface="Lexend"/>
            </a:endParaRPr>
          </a:p>
        </p:txBody>
      </p:sp>
      <p:sp>
        <p:nvSpPr>
          <p:cNvPr id="796" name="Google Shape;796;p39"/>
          <p:cNvSpPr txBox="1"/>
          <p:nvPr>
            <p:ph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797" name="Google Shape;797;p39"/>
          <p:cNvSpPr/>
          <p:nvPr/>
        </p:nvSpPr>
        <p:spPr>
          <a:xfrm>
            <a:off x="972925" y="3123270"/>
            <a:ext cx="1367100" cy="73200"/>
          </a:xfrm>
          <a:prstGeom prst="rect">
            <a:avLst/>
          </a:prstGeom>
          <a:solidFill>
            <a:srgbClr val="2057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8" name="Google Shape;798;p39"/>
          <p:cNvSpPr/>
          <p:nvPr/>
        </p:nvSpPr>
        <p:spPr>
          <a:xfrm>
            <a:off x="972025" y="1864863"/>
            <a:ext cx="1368000" cy="12456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9" name="Google Shape;799;p39"/>
          <p:cNvSpPr txBox="1"/>
          <p:nvPr/>
        </p:nvSpPr>
        <p:spPr>
          <a:xfrm>
            <a:off x="972925" y="2175525"/>
            <a:ext cx="1368000" cy="62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Add </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Headshot</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here </a:t>
            </a:r>
            <a:endParaRPr sz="1000">
              <a:solidFill>
                <a:srgbClr val="999999"/>
              </a:solidFill>
              <a:latin typeface="Lexend Light"/>
              <a:ea typeface="Lexend Light"/>
              <a:cs typeface="Lexend Light"/>
              <a:sym typeface="Lexend Light"/>
            </a:endParaRPr>
          </a:p>
        </p:txBody>
      </p:sp>
      <p:sp>
        <p:nvSpPr>
          <p:cNvPr id="800" name="Google Shape;800;p39"/>
          <p:cNvSpPr/>
          <p:nvPr/>
        </p:nvSpPr>
        <p:spPr>
          <a:xfrm>
            <a:off x="3662475" y="3121867"/>
            <a:ext cx="1367100" cy="73200"/>
          </a:xfrm>
          <a:prstGeom prst="rect">
            <a:avLst/>
          </a:prstGeom>
          <a:solidFill>
            <a:srgbClr val="17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1" name="Google Shape;801;p39"/>
          <p:cNvSpPr/>
          <p:nvPr/>
        </p:nvSpPr>
        <p:spPr>
          <a:xfrm>
            <a:off x="3662475" y="1866913"/>
            <a:ext cx="1368000" cy="12456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2" name="Google Shape;802;p39"/>
          <p:cNvSpPr txBox="1"/>
          <p:nvPr/>
        </p:nvSpPr>
        <p:spPr>
          <a:xfrm>
            <a:off x="3662488" y="2177575"/>
            <a:ext cx="1368000" cy="62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Add </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Headshot</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here </a:t>
            </a:r>
            <a:endParaRPr sz="1000">
              <a:solidFill>
                <a:srgbClr val="999999"/>
              </a:solidFill>
              <a:latin typeface="Lexend Light"/>
              <a:ea typeface="Lexend Light"/>
              <a:cs typeface="Lexend Light"/>
              <a:sym typeface="Lexend Light"/>
            </a:endParaRPr>
          </a:p>
        </p:txBody>
      </p:sp>
      <p:sp>
        <p:nvSpPr>
          <p:cNvPr id="803" name="Google Shape;803;p39"/>
          <p:cNvSpPr txBox="1"/>
          <p:nvPr>
            <p:ph idx="3" type="title"/>
          </p:nvPr>
        </p:nvSpPr>
        <p:spPr>
          <a:xfrm>
            <a:off x="972025" y="3297475"/>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100"/>
              <a:buFont typeface="Lexend SemiBold"/>
              <a:buNone/>
              <a:defRPr sz="11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804" name="Google Shape;804;p39"/>
          <p:cNvSpPr txBox="1"/>
          <p:nvPr>
            <p:ph idx="4" type="title"/>
          </p:nvPr>
        </p:nvSpPr>
        <p:spPr>
          <a:xfrm>
            <a:off x="972025" y="3780125"/>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9pPr>
          </a:lstStyle>
          <a:p/>
        </p:txBody>
      </p:sp>
      <p:sp>
        <p:nvSpPr>
          <p:cNvPr id="805" name="Google Shape;805;p39"/>
          <p:cNvSpPr txBox="1"/>
          <p:nvPr>
            <p:ph idx="5" type="title"/>
          </p:nvPr>
        </p:nvSpPr>
        <p:spPr>
          <a:xfrm>
            <a:off x="972025" y="398308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sp>
        <p:nvSpPr>
          <p:cNvPr id="806" name="Google Shape;806;p39"/>
          <p:cNvSpPr/>
          <p:nvPr/>
        </p:nvSpPr>
        <p:spPr>
          <a:xfrm>
            <a:off x="6429975" y="3121867"/>
            <a:ext cx="1367100" cy="73200"/>
          </a:xfrm>
          <a:prstGeom prst="rect">
            <a:avLst/>
          </a:prstGeom>
          <a:solidFill>
            <a:srgbClr val="2AB6B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7" name="Google Shape;807;p39"/>
          <p:cNvSpPr/>
          <p:nvPr/>
        </p:nvSpPr>
        <p:spPr>
          <a:xfrm>
            <a:off x="6429975" y="1865888"/>
            <a:ext cx="1368000" cy="12456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8" name="Google Shape;808;p39"/>
          <p:cNvSpPr txBox="1"/>
          <p:nvPr/>
        </p:nvSpPr>
        <p:spPr>
          <a:xfrm>
            <a:off x="6429975" y="2177575"/>
            <a:ext cx="1368000" cy="62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Add </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Headshot</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here </a:t>
            </a:r>
            <a:endParaRPr sz="1000">
              <a:solidFill>
                <a:srgbClr val="999999"/>
              </a:solidFill>
              <a:latin typeface="Lexend Light"/>
              <a:ea typeface="Lexend Light"/>
              <a:cs typeface="Lexend Light"/>
              <a:sym typeface="Lexend Light"/>
            </a:endParaRPr>
          </a:p>
        </p:txBody>
      </p:sp>
      <p:sp>
        <p:nvSpPr>
          <p:cNvPr id="809" name="Google Shape;809;p39"/>
          <p:cNvSpPr txBox="1"/>
          <p:nvPr>
            <p:ph idx="6" type="title"/>
          </p:nvPr>
        </p:nvSpPr>
        <p:spPr>
          <a:xfrm>
            <a:off x="972025" y="350202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sp>
        <p:nvSpPr>
          <p:cNvPr id="810" name="Google Shape;810;p39"/>
          <p:cNvSpPr txBox="1"/>
          <p:nvPr>
            <p:ph idx="7" type="title"/>
          </p:nvPr>
        </p:nvSpPr>
        <p:spPr>
          <a:xfrm>
            <a:off x="3662475" y="3299525"/>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100"/>
              <a:buFont typeface="Lexend SemiBold"/>
              <a:buNone/>
              <a:defRPr sz="11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811" name="Google Shape;811;p39"/>
          <p:cNvSpPr txBox="1"/>
          <p:nvPr>
            <p:ph idx="8" type="title"/>
          </p:nvPr>
        </p:nvSpPr>
        <p:spPr>
          <a:xfrm>
            <a:off x="3662475" y="3782175"/>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9pPr>
          </a:lstStyle>
          <a:p/>
        </p:txBody>
      </p:sp>
      <p:sp>
        <p:nvSpPr>
          <p:cNvPr id="812" name="Google Shape;812;p39"/>
          <p:cNvSpPr txBox="1"/>
          <p:nvPr>
            <p:ph idx="9" type="title"/>
          </p:nvPr>
        </p:nvSpPr>
        <p:spPr>
          <a:xfrm>
            <a:off x="3662475" y="398513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sp>
        <p:nvSpPr>
          <p:cNvPr id="813" name="Google Shape;813;p39"/>
          <p:cNvSpPr txBox="1"/>
          <p:nvPr>
            <p:ph idx="13" type="title"/>
          </p:nvPr>
        </p:nvSpPr>
        <p:spPr>
          <a:xfrm>
            <a:off x="3662475" y="350407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sp>
        <p:nvSpPr>
          <p:cNvPr id="814" name="Google Shape;814;p39"/>
          <p:cNvSpPr txBox="1"/>
          <p:nvPr>
            <p:ph idx="14" type="title"/>
          </p:nvPr>
        </p:nvSpPr>
        <p:spPr>
          <a:xfrm>
            <a:off x="6429975" y="3299525"/>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100"/>
              <a:buFont typeface="Lexend SemiBold"/>
              <a:buNone/>
              <a:defRPr sz="11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815" name="Google Shape;815;p39"/>
          <p:cNvSpPr txBox="1"/>
          <p:nvPr>
            <p:ph idx="15" type="title"/>
          </p:nvPr>
        </p:nvSpPr>
        <p:spPr>
          <a:xfrm>
            <a:off x="6429975" y="3782175"/>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9pPr>
          </a:lstStyle>
          <a:p/>
        </p:txBody>
      </p:sp>
      <p:sp>
        <p:nvSpPr>
          <p:cNvPr id="816" name="Google Shape;816;p39"/>
          <p:cNvSpPr txBox="1"/>
          <p:nvPr>
            <p:ph idx="16" type="title"/>
          </p:nvPr>
        </p:nvSpPr>
        <p:spPr>
          <a:xfrm>
            <a:off x="6429975" y="398513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sp>
        <p:nvSpPr>
          <p:cNvPr id="817" name="Google Shape;817;p39"/>
          <p:cNvSpPr txBox="1"/>
          <p:nvPr>
            <p:ph idx="17" type="title"/>
          </p:nvPr>
        </p:nvSpPr>
        <p:spPr>
          <a:xfrm>
            <a:off x="6429975" y="350407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Team - Small - 03">
  <p:cSld name="CUSTOM_13_1">
    <p:spTree>
      <p:nvGrpSpPr>
        <p:cNvPr id="818" name="Shape 818"/>
        <p:cNvGrpSpPr/>
        <p:nvPr/>
      </p:nvGrpSpPr>
      <p:grpSpPr>
        <a:xfrm>
          <a:off x="0" y="0"/>
          <a:ext cx="0" cy="0"/>
          <a:chOff x="0" y="0"/>
          <a:chExt cx="0" cy="0"/>
        </a:xfrm>
      </p:grpSpPr>
      <p:sp>
        <p:nvSpPr>
          <p:cNvPr id="819" name="Google Shape;819;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820" name="Google Shape;820;p40"/>
          <p:cNvSpPr/>
          <p:nvPr/>
        </p:nvSpPr>
        <p:spPr>
          <a:xfrm>
            <a:off x="3" y="25"/>
            <a:ext cx="9144000" cy="5143500"/>
          </a:xfrm>
          <a:prstGeom prst="rect">
            <a:avLst/>
          </a:prstGeom>
          <a:solidFill>
            <a:srgbClr val="21252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21" name="Google Shape;821;p40"/>
          <p:cNvGrpSpPr/>
          <p:nvPr/>
        </p:nvGrpSpPr>
        <p:grpSpPr>
          <a:xfrm>
            <a:off x="-1" y="-19"/>
            <a:ext cx="704286" cy="5143552"/>
            <a:chOff x="360000" y="360000"/>
            <a:chExt cx="446146" cy="3258300"/>
          </a:xfrm>
        </p:grpSpPr>
        <p:sp>
          <p:nvSpPr>
            <p:cNvPr id="822" name="Google Shape;822;p40"/>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3" name="Google Shape;823;p40"/>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4" name="Google Shape;824;p40"/>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25" name="Google Shape;825;p40"/>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26" name="Google Shape;826;p40"/>
          <p:cNvPicPr preferRelativeResize="0"/>
          <p:nvPr/>
        </p:nvPicPr>
        <p:blipFill>
          <a:blip r:embed="rId2">
            <a:alphaModFix/>
          </a:blip>
          <a:stretch>
            <a:fillRect/>
          </a:stretch>
        </p:blipFill>
        <p:spPr>
          <a:xfrm>
            <a:off x="8933375" y="62875"/>
            <a:ext cx="143400" cy="129650"/>
          </a:xfrm>
          <a:prstGeom prst="rect">
            <a:avLst/>
          </a:prstGeom>
          <a:noFill/>
          <a:ln>
            <a:noFill/>
          </a:ln>
        </p:spPr>
      </p:pic>
      <p:sp>
        <p:nvSpPr>
          <p:cNvPr id="827" name="Google Shape;827;p40"/>
          <p:cNvSpPr txBox="1"/>
          <p:nvPr>
            <p:ph idx="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828" name="Google Shape;828;p40"/>
          <p:cNvSpPr txBox="1"/>
          <p:nvPr/>
        </p:nvSpPr>
        <p:spPr>
          <a:xfrm>
            <a:off x="522341" y="647550"/>
            <a:ext cx="58452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chemeClr val="lt1"/>
                </a:solidFill>
                <a:latin typeface="Lexend"/>
                <a:ea typeface="Lexend"/>
                <a:cs typeface="Lexend"/>
                <a:sym typeface="Lexend"/>
              </a:rPr>
              <a:t>Contact the team</a:t>
            </a:r>
            <a:endParaRPr sz="3500">
              <a:solidFill>
                <a:schemeClr val="lt1"/>
              </a:solidFill>
              <a:latin typeface="Lexend"/>
              <a:ea typeface="Lexend"/>
              <a:cs typeface="Lexend"/>
              <a:sym typeface="Lexend"/>
            </a:endParaRPr>
          </a:p>
        </p:txBody>
      </p:sp>
      <p:sp>
        <p:nvSpPr>
          <p:cNvPr id="829" name="Google Shape;829;p40"/>
          <p:cNvSpPr txBox="1"/>
          <p:nvPr>
            <p:ph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0" name="Google Shape;830;p40"/>
          <p:cNvSpPr/>
          <p:nvPr/>
        </p:nvSpPr>
        <p:spPr>
          <a:xfrm>
            <a:off x="972925" y="3123270"/>
            <a:ext cx="1367100" cy="73200"/>
          </a:xfrm>
          <a:prstGeom prst="rect">
            <a:avLst/>
          </a:prstGeom>
          <a:solidFill>
            <a:srgbClr val="2057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1" name="Google Shape;831;p40"/>
          <p:cNvSpPr/>
          <p:nvPr/>
        </p:nvSpPr>
        <p:spPr>
          <a:xfrm>
            <a:off x="972025" y="1864863"/>
            <a:ext cx="1368000" cy="12456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2" name="Google Shape;832;p40"/>
          <p:cNvSpPr txBox="1"/>
          <p:nvPr/>
        </p:nvSpPr>
        <p:spPr>
          <a:xfrm>
            <a:off x="972925" y="2175525"/>
            <a:ext cx="1368000" cy="62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Add </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Headshot</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here </a:t>
            </a:r>
            <a:endParaRPr sz="1000">
              <a:solidFill>
                <a:srgbClr val="999999"/>
              </a:solidFill>
              <a:latin typeface="Lexend Light"/>
              <a:ea typeface="Lexend Light"/>
              <a:cs typeface="Lexend Light"/>
              <a:sym typeface="Lexend Light"/>
            </a:endParaRPr>
          </a:p>
        </p:txBody>
      </p:sp>
      <p:grpSp>
        <p:nvGrpSpPr>
          <p:cNvPr id="833" name="Google Shape;833;p40"/>
          <p:cNvGrpSpPr/>
          <p:nvPr/>
        </p:nvGrpSpPr>
        <p:grpSpPr>
          <a:xfrm>
            <a:off x="3662475" y="1866913"/>
            <a:ext cx="1368013" cy="1328155"/>
            <a:chOff x="3815300" y="1714513"/>
            <a:chExt cx="1368013" cy="1328155"/>
          </a:xfrm>
        </p:grpSpPr>
        <p:sp>
          <p:nvSpPr>
            <p:cNvPr id="834" name="Google Shape;834;p40"/>
            <p:cNvSpPr/>
            <p:nvPr/>
          </p:nvSpPr>
          <p:spPr>
            <a:xfrm>
              <a:off x="3815300" y="2969467"/>
              <a:ext cx="1367100" cy="73200"/>
            </a:xfrm>
            <a:prstGeom prst="rect">
              <a:avLst/>
            </a:prstGeom>
            <a:solidFill>
              <a:srgbClr val="17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5" name="Google Shape;835;p40"/>
            <p:cNvSpPr/>
            <p:nvPr/>
          </p:nvSpPr>
          <p:spPr>
            <a:xfrm>
              <a:off x="3815300" y="1714513"/>
              <a:ext cx="1368000" cy="12456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6" name="Google Shape;836;p40"/>
            <p:cNvSpPr txBox="1"/>
            <p:nvPr/>
          </p:nvSpPr>
          <p:spPr>
            <a:xfrm>
              <a:off x="3815313" y="2025175"/>
              <a:ext cx="1368000" cy="62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Add </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Headshot</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here </a:t>
              </a:r>
              <a:endParaRPr sz="1000">
                <a:solidFill>
                  <a:srgbClr val="999999"/>
                </a:solidFill>
                <a:latin typeface="Lexend Light"/>
                <a:ea typeface="Lexend Light"/>
                <a:cs typeface="Lexend Light"/>
                <a:sym typeface="Lexend Light"/>
              </a:endParaRPr>
            </a:p>
          </p:txBody>
        </p:sp>
      </p:grpSp>
      <p:sp>
        <p:nvSpPr>
          <p:cNvPr id="837" name="Google Shape;837;p40"/>
          <p:cNvSpPr txBox="1"/>
          <p:nvPr>
            <p:ph idx="3" type="title"/>
          </p:nvPr>
        </p:nvSpPr>
        <p:spPr>
          <a:xfrm>
            <a:off x="972025" y="3297475"/>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100"/>
              <a:buFont typeface="Lexend SemiBold"/>
              <a:buNone/>
              <a:defRPr sz="11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838" name="Google Shape;838;p40"/>
          <p:cNvSpPr txBox="1"/>
          <p:nvPr>
            <p:ph idx="4" type="title"/>
          </p:nvPr>
        </p:nvSpPr>
        <p:spPr>
          <a:xfrm>
            <a:off x="972025" y="3780125"/>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9pPr>
          </a:lstStyle>
          <a:p/>
        </p:txBody>
      </p:sp>
      <p:sp>
        <p:nvSpPr>
          <p:cNvPr id="839" name="Google Shape;839;p40"/>
          <p:cNvSpPr txBox="1"/>
          <p:nvPr>
            <p:ph idx="5" type="title"/>
          </p:nvPr>
        </p:nvSpPr>
        <p:spPr>
          <a:xfrm>
            <a:off x="972025" y="398308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grpSp>
        <p:nvGrpSpPr>
          <p:cNvPr id="840" name="Google Shape;840;p40"/>
          <p:cNvGrpSpPr/>
          <p:nvPr/>
        </p:nvGrpSpPr>
        <p:grpSpPr>
          <a:xfrm>
            <a:off x="6429975" y="1865888"/>
            <a:ext cx="1368000" cy="1329180"/>
            <a:chOff x="6658575" y="1713488"/>
            <a:chExt cx="1368000" cy="1329180"/>
          </a:xfrm>
        </p:grpSpPr>
        <p:sp>
          <p:nvSpPr>
            <p:cNvPr id="841" name="Google Shape;841;p40"/>
            <p:cNvSpPr/>
            <p:nvPr/>
          </p:nvSpPr>
          <p:spPr>
            <a:xfrm>
              <a:off x="6658575" y="2969467"/>
              <a:ext cx="1367100" cy="73200"/>
            </a:xfrm>
            <a:prstGeom prst="rect">
              <a:avLst/>
            </a:prstGeom>
            <a:solidFill>
              <a:srgbClr val="2AB6B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2" name="Google Shape;842;p40"/>
            <p:cNvSpPr/>
            <p:nvPr/>
          </p:nvSpPr>
          <p:spPr>
            <a:xfrm>
              <a:off x="6658575" y="1713488"/>
              <a:ext cx="1368000" cy="12456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3" name="Google Shape;843;p40"/>
            <p:cNvSpPr txBox="1"/>
            <p:nvPr/>
          </p:nvSpPr>
          <p:spPr>
            <a:xfrm>
              <a:off x="6658575" y="2025175"/>
              <a:ext cx="1368000" cy="62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Add </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Headshot</a:t>
              </a:r>
              <a:endParaRPr sz="1000">
                <a:solidFill>
                  <a:srgbClr val="999999"/>
                </a:solidFill>
                <a:latin typeface="Lexend Light"/>
                <a:ea typeface="Lexend Light"/>
                <a:cs typeface="Lexend Light"/>
                <a:sym typeface="Lexend Light"/>
              </a:endParaRPr>
            </a:p>
            <a:p>
              <a:pPr indent="0" lvl="0" marL="0" rtl="0" algn="ctr">
                <a:spcBef>
                  <a:spcPts val="0"/>
                </a:spcBef>
                <a:spcAft>
                  <a:spcPts val="0"/>
                </a:spcAft>
                <a:buNone/>
              </a:pPr>
              <a:r>
                <a:rPr lang="en-GB" sz="1000">
                  <a:solidFill>
                    <a:srgbClr val="999999"/>
                  </a:solidFill>
                  <a:latin typeface="Lexend Light"/>
                  <a:ea typeface="Lexend Light"/>
                  <a:cs typeface="Lexend Light"/>
                  <a:sym typeface="Lexend Light"/>
                </a:rPr>
                <a:t>here </a:t>
              </a:r>
              <a:endParaRPr sz="1000">
                <a:solidFill>
                  <a:srgbClr val="999999"/>
                </a:solidFill>
                <a:latin typeface="Lexend Light"/>
                <a:ea typeface="Lexend Light"/>
                <a:cs typeface="Lexend Light"/>
                <a:sym typeface="Lexend Light"/>
              </a:endParaRPr>
            </a:p>
          </p:txBody>
        </p:sp>
      </p:grpSp>
      <p:sp>
        <p:nvSpPr>
          <p:cNvPr id="844" name="Google Shape;844;p40"/>
          <p:cNvSpPr txBox="1"/>
          <p:nvPr>
            <p:ph idx="6" type="title"/>
          </p:nvPr>
        </p:nvSpPr>
        <p:spPr>
          <a:xfrm>
            <a:off x="972025" y="350202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sp>
        <p:nvSpPr>
          <p:cNvPr id="845" name="Google Shape;845;p40"/>
          <p:cNvSpPr txBox="1"/>
          <p:nvPr>
            <p:ph idx="7" type="title"/>
          </p:nvPr>
        </p:nvSpPr>
        <p:spPr>
          <a:xfrm>
            <a:off x="3662475" y="3299525"/>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100"/>
              <a:buFont typeface="Lexend SemiBold"/>
              <a:buNone/>
              <a:defRPr sz="11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846" name="Google Shape;846;p40"/>
          <p:cNvSpPr txBox="1"/>
          <p:nvPr>
            <p:ph idx="8" type="title"/>
          </p:nvPr>
        </p:nvSpPr>
        <p:spPr>
          <a:xfrm>
            <a:off x="3662475" y="3782175"/>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9pPr>
          </a:lstStyle>
          <a:p/>
        </p:txBody>
      </p:sp>
      <p:sp>
        <p:nvSpPr>
          <p:cNvPr id="847" name="Google Shape;847;p40"/>
          <p:cNvSpPr txBox="1"/>
          <p:nvPr>
            <p:ph idx="9" type="title"/>
          </p:nvPr>
        </p:nvSpPr>
        <p:spPr>
          <a:xfrm>
            <a:off x="3662475" y="398513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sp>
        <p:nvSpPr>
          <p:cNvPr id="848" name="Google Shape;848;p40"/>
          <p:cNvSpPr txBox="1"/>
          <p:nvPr>
            <p:ph idx="13" type="title"/>
          </p:nvPr>
        </p:nvSpPr>
        <p:spPr>
          <a:xfrm>
            <a:off x="3662475" y="350407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sp>
        <p:nvSpPr>
          <p:cNvPr id="849" name="Google Shape;849;p40"/>
          <p:cNvSpPr txBox="1"/>
          <p:nvPr>
            <p:ph idx="14" type="title"/>
          </p:nvPr>
        </p:nvSpPr>
        <p:spPr>
          <a:xfrm>
            <a:off x="6429975" y="3299525"/>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100"/>
              <a:buFont typeface="Lexend SemiBold"/>
              <a:buNone/>
              <a:defRPr sz="11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850" name="Google Shape;850;p40"/>
          <p:cNvSpPr txBox="1"/>
          <p:nvPr>
            <p:ph idx="15" type="title"/>
          </p:nvPr>
        </p:nvSpPr>
        <p:spPr>
          <a:xfrm>
            <a:off x="6429975" y="3782175"/>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u="sng">
                <a:solidFill>
                  <a:schemeClr val="lt1"/>
                </a:solidFill>
                <a:latin typeface="Lexend Light"/>
                <a:ea typeface="Lexend Light"/>
                <a:cs typeface="Lexend Light"/>
                <a:sym typeface="Lexend Light"/>
              </a:defRPr>
            </a:lvl9pPr>
          </a:lstStyle>
          <a:p/>
        </p:txBody>
      </p:sp>
      <p:sp>
        <p:nvSpPr>
          <p:cNvPr id="851" name="Google Shape;851;p40"/>
          <p:cNvSpPr txBox="1"/>
          <p:nvPr>
            <p:ph idx="16" type="title"/>
          </p:nvPr>
        </p:nvSpPr>
        <p:spPr>
          <a:xfrm>
            <a:off x="6429975" y="398513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sp>
        <p:nvSpPr>
          <p:cNvPr id="852" name="Google Shape;852;p40"/>
          <p:cNvSpPr txBox="1"/>
          <p:nvPr>
            <p:ph idx="17" type="title"/>
          </p:nvPr>
        </p:nvSpPr>
        <p:spPr>
          <a:xfrm>
            <a:off x="6429975" y="350407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53" name="Shape 853"/>
        <p:cNvGrpSpPr/>
        <p:nvPr/>
      </p:nvGrpSpPr>
      <p:grpSpPr>
        <a:xfrm>
          <a:off x="0" y="0"/>
          <a:ext cx="0" cy="0"/>
          <a:chOff x="0" y="0"/>
          <a:chExt cx="0" cy="0"/>
        </a:xfrm>
      </p:grpSpPr>
      <p:sp>
        <p:nvSpPr>
          <p:cNvPr id="854" name="Google Shape;854;p41"/>
          <p:cNvSpPr txBox="1"/>
          <p:nvPr>
            <p:ph idx="1" type="body"/>
          </p:nvPr>
        </p:nvSpPr>
        <p:spPr>
          <a:xfrm>
            <a:off x="311700" y="1661850"/>
            <a:ext cx="8520600" cy="2907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Lexend"/>
              <a:buChar char="●"/>
              <a:defRPr>
                <a:latin typeface="Lexend"/>
                <a:ea typeface="Lexend"/>
                <a:cs typeface="Lexend"/>
                <a:sym typeface="Lexend"/>
              </a:defRPr>
            </a:lvl1pPr>
            <a:lvl2pPr indent="-317500" lvl="1" marL="914400">
              <a:spcBef>
                <a:spcPts val="0"/>
              </a:spcBef>
              <a:spcAft>
                <a:spcPts val="0"/>
              </a:spcAft>
              <a:buSzPts val="1400"/>
              <a:buFont typeface="Lexend"/>
              <a:buChar char="○"/>
              <a:defRPr>
                <a:latin typeface="Lexend"/>
                <a:ea typeface="Lexend"/>
                <a:cs typeface="Lexend"/>
                <a:sym typeface="Lexend"/>
              </a:defRPr>
            </a:lvl2pPr>
            <a:lvl3pPr indent="-317500" lvl="2" marL="1371600">
              <a:spcBef>
                <a:spcPts val="0"/>
              </a:spcBef>
              <a:spcAft>
                <a:spcPts val="0"/>
              </a:spcAft>
              <a:buSzPts val="1400"/>
              <a:buFont typeface="Lexend"/>
              <a:buChar char="■"/>
              <a:defRPr>
                <a:latin typeface="Lexend"/>
                <a:ea typeface="Lexend"/>
                <a:cs typeface="Lexend"/>
                <a:sym typeface="Lexend"/>
              </a:defRPr>
            </a:lvl3pPr>
            <a:lvl4pPr indent="-317500" lvl="3" marL="1828800">
              <a:spcBef>
                <a:spcPts val="0"/>
              </a:spcBef>
              <a:spcAft>
                <a:spcPts val="0"/>
              </a:spcAft>
              <a:buSzPts val="1400"/>
              <a:buFont typeface="Lexend"/>
              <a:buChar char="●"/>
              <a:defRPr>
                <a:latin typeface="Lexend"/>
                <a:ea typeface="Lexend"/>
                <a:cs typeface="Lexend"/>
                <a:sym typeface="Lexend"/>
              </a:defRPr>
            </a:lvl4pPr>
            <a:lvl5pPr indent="-317500" lvl="4" marL="2286000">
              <a:spcBef>
                <a:spcPts val="0"/>
              </a:spcBef>
              <a:spcAft>
                <a:spcPts val="0"/>
              </a:spcAft>
              <a:buSzPts val="1400"/>
              <a:buFont typeface="Lexend"/>
              <a:buChar char="○"/>
              <a:defRPr>
                <a:latin typeface="Lexend"/>
                <a:ea typeface="Lexend"/>
                <a:cs typeface="Lexend"/>
                <a:sym typeface="Lexend"/>
              </a:defRPr>
            </a:lvl5pPr>
            <a:lvl6pPr indent="-317500" lvl="5" marL="2743200">
              <a:spcBef>
                <a:spcPts val="0"/>
              </a:spcBef>
              <a:spcAft>
                <a:spcPts val="0"/>
              </a:spcAft>
              <a:buSzPts val="1400"/>
              <a:buFont typeface="Lexend"/>
              <a:buChar char="■"/>
              <a:defRPr>
                <a:latin typeface="Lexend"/>
                <a:ea typeface="Lexend"/>
                <a:cs typeface="Lexend"/>
                <a:sym typeface="Lexend"/>
              </a:defRPr>
            </a:lvl6pPr>
            <a:lvl7pPr indent="-317500" lvl="6" marL="3200400">
              <a:spcBef>
                <a:spcPts val="0"/>
              </a:spcBef>
              <a:spcAft>
                <a:spcPts val="0"/>
              </a:spcAft>
              <a:buSzPts val="1400"/>
              <a:buFont typeface="Lexend"/>
              <a:buChar char="●"/>
              <a:defRPr>
                <a:latin typeface="Lexend"/>
                <a:ea typeface="Lexend"/>
                <a:cs typeface="Lexend"/>
                <a:sym typeface="Lexend"/>
              </a:defRPr>
            </a:lvl7pPr>
            <a:lvl8pPr indent="-317500" lvl="7" marL="3657600">
              <a:spcBef>
                <a:spcPts val="0"/>
              </a:spcBef>
              <a:spcAft>
                <a:spcPts val="0"/>
              </a:spcAft>
              <a:buSzPts val="1400"/>
              <a:buFont typeface="Lexend"/>
              <a:buChar char="○"/>
              <a:defRPr>
                <a:latin typeface="Lexend"/>
                <a:ea typeface="Lexend"/>
                <a:cs typeface="Lexend"/>
                <a:sym typeface="Lexend"/>
              </a:defRPr>
            </a:lvl8pPr>
            <a:lvl9pPr indent="-317500" lvl="8" marL="4114800">
              <a:spcBef>
                <a:spcPts val="0"/>
              </a:spcBef>
              <a:spcAft>
                <a:spcPts val="0"/>
              </a:spcAft>
              <a:buSzPts val="1400"/>
              <a:buFont typeface="Lexend"/>
              <a:buChar char="■"/>
              <a:defRPr>
                <a:latin typeface="Lexend"/>
                <a:ea typeface="Lexend"/>
                <a:cs typeface="Lexend"/>
                <a:sym typeface="Lexend"/>
              </a:defRPr>
            </a:lvl9pPr>
          </a:lstStyle>
          <a:p/>
        </p:txBody>
      </p:sp>
      <p:grpSp>
        <p:nvGrpSpPr>
          <p:cNvPr id="855" name="Google Shape;855;p41"/>
          <p:cNvGrpSpPr/>
          <p:nvPr/>
        </p:nvGrpSpPr>
        <p:grpSpPr>
          <a:xfrm>
            <a:off x="8866175" y="25"/>
            <a:ext cx="277800" cy="461700"/>
            <a:chOff x="8866175" y="25"/>
            <a:chExt cx="277800" cy="461700"/>
          </a:xfrm>
        </p:grpSpPr>
        <p:sp>
          <p:nvSpPr>
            <p:cNvPr id="856" name="Google Shape;856;p41"/>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57" name="Google Shape;857;p41"/>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858" name="Google Shape;858;p41"/>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859" name="Google Shape;859;p41"/>
          <p:cNvSpPr txBox="1"/>
          <p:nvPr>
            <p:ph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860" name="Google Shape;860;p41"/>
          <p:cNvSpPr txBox="1"/>
          <p:nvPr>
            <p:ph idx="2" type="title"/>
          </p:nvPr>
        </p:nvSpPr>
        <p:spPr>
          <a:xfrm>
            <a:off x="515311" y="779159"/>
            <a:ext cx="45465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861" name="Google Shape;861;p41"/>
          <p:cNvSpPr txBox="1"/>
          <p:nvPr>
            <p:ph idx="3" type="title"/>
          </p:nvPr>
        </p:nvSpPr>
        <p:spPr>
          <a:xfrm>
            <a:off x="540000" y="1253975"/>
            <a:ext cx="37896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12526"/>
              </a:buClr>
              <a:buSzPts val="1000"/>
              <a:buNone/>
              <a:defRPr b="0" sz="1000">
                <a:solidFill>
                  <a:srgbClr val="212526"/>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Team - Large - 01" type="blank">
  <p:cSld name="BLANK">
    <p:spTree>
      <p:nvGrpSpPr>
        <p:cNvPr id="862" name="Shape 862"/>
        <p:cNvGrpSpPr/>
        <p:nvPr/>
      </p:nvGrpSpPr>
      <p:grpSpPr>
        <a:xfrm>
          <a:off x="0" y="0"/>
          <a:ext cx="0" cy="0"/>
          <a:chOff x="0" y="0"/>
          <a:chExt cx="0" cy="0"/>
        </a:xfrm>
      </p:grpSpPr>
      <p:sp>
        <p:nvSpPr>
          <p:cNvPr id="863" name="Google Shape;863;p42"/>
          <p:cNvSpPr/>
          <p:nvPr/>
        </p:nvSpPr>
        <p:spPr>
          <a:xfrm>
            <a:off x="115675" y="125"/>
            <a:ext cx="9028200" cy="5143500"/>
          </a:xfrm>
          <a:prstGeom prst="rect">
            <a:avLst/>
          </a:prstGeom>
          <a:solidFill>
            <a:srgbClr val="F6F7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64" name="Google Shape;864;p42"/>
          <p:cNvGrpSpPr/>
          <p:nvPr/>
        </p:nvGrpSpPr>
        <p:grpSpPr>
          <a:xfrm>
            <a:off x="3435300" y="3111664"/>
            <a:ext cx="806700" cy="780097"/>
            <a:chOff x="713875" y="1288264"/>
            <a:chExt cx="806700" cy="780097"/>
          </a:xfrm>
        </p:grpSpPr>
        <p:sp>
          <p:nvSpPr>
            <p:cNvPr id="865" name="Google Shape;865;p42"/>
            <p:cNvSpPr/>
            <p:nvPr/>
          </p:nvSpPr>
          <p:spPr>
            <a:xfrm>
              <a:off x="714406" y="2025161"/>
              <a:ext cx="806100" cy="43200"/>
            </a:xfrm>
            <a:prstGeom prst="rect">
              <a:avLst/>
            </a:prstGeom>
            <a:solidFill>
              <a:srgbClr val="2057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6" name="Google Shape;866;p42"/>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867" name="Google Shape;867;p42"/>
          <p:cNvGrpSpPr/>
          <p:nvPr/>
        </p:nvGrpSpPr>
        <p:grpSpPr>
          <a:xfrm>
            <a:off x="8866175" y="25"/>
            <a:ext cx="277800" cy="461700"/>
            <a:chOff x="8866175" y="25"/>
            <a:chExt cx="277800" cy="461700"/>
          </a:xfrm>
        </p:grpSpPr>
        <p:sp>
          <p:nvSpPr>
            <p:cNvPr id="868" name="Google Shape;868;p42"/>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69" name="Google Shape;869;p42"/>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870" name="Google Shape;870;p42"/>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grpSp>
        <p:nvGrpSpPr>
          <p:cNvPr id="871" name="Google Shape;871;p42"/>
          <p:cNvGrpSpPr/>
          <p:nvPr/>
        </p:nvGrpSpPr>
        <p:grpSpPr>
          <a:xfrm>
            <a:off x="-1" y="-19"/>
            <a:ext cx="704286" cy="5143552"/>
            <a:chOff x="360000" y="360000"/>
            <a:chExt cx="446146" cy="3258300"/>
          </a:xfrm>
        </p:grpSpPr>
        <p:sp>
          <p:nvSpPr>
            <p:cNvPr id="872" name="Google Shape;872;p42"/>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3" name="Google Shape;873;p42"/>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4" name="Google Shape;874;p42"/>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75" name="Google Shape;875;p42"/>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76" name="Google Shape;876;p42"/>
          <p:cNvPicPr preferRelativeResize="0"/>
          <p:nvPr/>
        </p:nvPicPr>
        <p:blipFill>
          <a:blip r:embed="rId2">
            <a:alphaModFix/>
          </a:blip>
          <a:stretch>
            <a:fillRect/>
          </a:stretch>
        </p:blipFill>
        <p:spPr>
          <a:xfrm>
            <a:off x="8933375" y="62875"/>
            <a:ext cx="143400" cy="129650"/>
          </a:xfrm>
          <a:prstGeom prst="rect">
            <a:avLst/>
          </a:prstGeom>
          <a:noFill/>
          <a:ln>
            <a:noFill/>
          </a:ln>
        </p:spPr>
      </p:pic>
      <p:sp>
        <p:nvSpPr>
          <p:cNvPr id="877" name="Google Shape;877;p42"/>
          <p:cNvSpPr txBox="1"/>
          <p:nvPr>
            <p:ph idx="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878" name="Google Shape;878;p42"/>
          <p:cNvSpPr txBox="1"/>
          <p:nvPr>
            <p:ph type="title"/>
          </p:nvPr>
        </p:nvSpPr>
        <p:spPr>
          <a:xfrm>
            <a:off x="3435300" y="3892838"/>
            <a:ext cx="22734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1pPr>
            <a:lvl2pPr lvl="1">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2pPr>
            <a:lvl3pPr lvl="2">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3pPr>
            <a:lvl4pPr lvl="3">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4pPr>
            <a:lvl5pPr lvl="4">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5pPr>
            <a:lvl6pPr lvl="5">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6pPr>
            <a:lvl7pPr lvl="6">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7pPr>
            <a:lvl8pPr lvl="7">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8pPr>
            <a:lvl9pPr lvl="8">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9pPr>
          </a:lstStyle>
          <a:p/>
        </p:txBody>
      </p:sp>
      <p:sp>
        <p:nvSpPr>
          <p:cNvPr id="879" name="Google Shape;879;p42"/>
          <p:cNvSpPr txBox="1"/>
          <p:nvPr>
            <p:ph idx="3" type="title"/>
          </p:nvPr>
        </p:nvSpPr>
        <p:spPr>
          <a:xfrm>
            <a:off x="3435300" y="4358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880" name="Google Shape;880;p42"/>
          <p:cNvSpPr txBox="1"/>
          <p:nvPr>
            <p:ph idx="4" type="title"/>
          </p:nvPr>
        </p:nvSpPr>
        <p:spPr>
          <a:xfrm>
            <a:off x="3435300" y="4538938"/>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1pPr>
            <a:lvl2pPr lvl="1">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2pPr>
            <a:lvl3pPr lvl="2">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3pPr>
            <a:lvl4pPr lvl="3">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4pPr>
            <a:lvl5pPr lvl="4">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5pPr>
            <a:lvl6pPr lvl="5">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6pPr>
            <a:lvl7pPr lvl="6">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7pPr>
            <a:lvl8pPr lvl="7">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8pPr>
            <a:lvl9pPr lvl="8">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9pPr>
          </a:lstStyle>
          <a:p/>
        </p:txBody>
      </p:sp>
      <p:sp>
        <p:nvSpPr>
          <p:cNvPr id="881" name="Google Shape;881;p42"/>
          <p:cNvSpPr txBox="1"/>
          <p:nvPr>
            <p:ph idx="5" type="title"/>
          </p:nvPr>
        </p:nvSpPr>
        <p:spPr>
          <a:xfrm>
            <a:off x="3435300" y="4083425"/>
            <a:ext cx="20697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1pPr>
            <a:lvl2pPr lvl="1">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2pPr>
            <a:lvl3pPr lvl="2">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3pPr>
            <a:lvl4pPr lvl="3">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4pPr>
            <a:lvl5pPr lvl="4">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5pPr>
            <a:lvl6pPr lvl="5">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6pPr>
            <a:lvl7pPr lvl="6">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7pPr>
            <a:lvl8pPr lvl="7">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8pPr>
            <a:lvl9pPr lvl="8">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9pPr>
          </a:lstStyle>
          <a:p/>
        </p:txBody>
      </p:sp>
      <p:grpSp>
        <p:nvGrpSpPr>
          <p:cNvPr id="882" name="Google Shape;882;p42"/>
          <p:cNvGrpSpPr/>
          <p:nvPr/>
        </p:nvGrpSpPr>
        <p:grpSpPr>
          <a:xfrm>
            <a:off x="552300" y="3111664"/>
            <a:ext cx="806700" cy="780097"/>
            <a:chOff x="713875" y="1288264"/>
            <a:chExt cx="806700" cy="780097"/>
          </a:xfrm>
        </p:grpSpPr>
        <p:sp>
          <p:nvSpPr>
            <p:cNvPr id="883" name="Google Shape;883;p42"/>
            <p:cNvSpPr/>
            <p:nvPr/>
          </p:nvSpPr>
          <p:spPr>
            <a:xfrm>
              <a:off x="714406" y="2025161"/>
              <a:ext cx="806100" cy="43200"/>
            </a:xfrm>
            <a:prstGeom prst="rect">
              <a:avLst/>
            </a:prstGeom>
            <a:solidFill>
              <a:srgbClr val="FF78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4" name="Google Shape;884;p42"/>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85" name="Google Shape;885;p42"/>
          <p:cNvSpPr txBox="1"/>
          <p:nvPr>
            <p:ph idx="6" type="title"/>
          </p:nvPr>
        </p:nvSpPr>
        <p:spPr>
          <a:xfrm>
            <a:off x="552300" y="3892838"/>
            <a:ext cx="22734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1pPr>
            <a:lvl2pPr lvl="1">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2pPr>
            <a:lvl3pPr lvl="2">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3pPr>
            <a:lvl4pPr lvl="3">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4pPr>
            <a:lvl5pPr lvl="4">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5pPr>
            <a:lvl6pPr lvl="5">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6pPr>
            <a:lvl7pPr lvl="6">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7pPr>
            <a:lvl8pPr lvl="7">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8pPr>
            <a:lvl9pPr lvl="8">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9pPr>
          </a:lstStyle>
          <a:p/>
        </p:txBody>
      </p:sp>
      <p:sp>
        <p:nvSpPr>
          <p:cNvPr id="886" name="Google Shape;886;p42"/>
          <p:cNvSpPr txBox="1"/>
          <p:nvPr>
            <p:ph idx="7" type="title"/>
          </p:nvPr>
        </p:nvSpPr>
        <p:spPr>
          <a:xfrm>
            <a:off x="552300" y="4358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887" name="Google Shape;887;p42"/>
          <p:cNvSpPr txBox="1"/>
          <p:nvPr>
            <p:ph idx="8" type="title"/>
          </p:nvPr>
        </p:nvSpPr>
        <p:spPr>
          <a:xfrm>
            <a:off x="552300" y="4538938"/>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1pPr>
            <a:lvl2pPr lvl="1">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2pPr>
            <a:lvl3pPr lvl="2">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3pPr>
            <a:lvl4pPr lvl="3">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4pPr>
            <a:lvl5pPr lvl="4">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5pPr>
            <a:lvl6pPr lvl="5">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6pPr>
            <a:lvl7pPr lvl="6">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7pPr>
            <a:lvl8pPr lvl="7">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8pPr>
            <a:lvl9pPr lvl="8">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9pPr>
          </a:lstStyle>
          <a:p/>
        </p:txBody>
      </p:sp>
      <p:sp>
        <p:nvSpPr>
          <p:cNvPr id="888" name="Google Shape;888;p42"/>
          <p:cNvSpPr txBox="1"/>
          <p:nvPr>
            <p:ph idx="9" type="title"/>
          </p:nvPr>
        </p:nvSpPr>
        <p:spPr>
          <a:xfrm>
            <a:off x="552300" y="4083425"/>
            <a:ext cx="20697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1pPr>
            <a:lvl2pPr lvl="1">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2pPr>
            <a:lvl3pPr lvl="2">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3pPr>
            <a:lvl4pPr lvl="3">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4pPr>
            <a:lvl5pPr lvl="4">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5pPr>
            <a:lvl6pPr lvl="5">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6pPr>
            <a:lvl7pPr lvl="6">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7pPr>
            <a:lvl8pPr lvl="7">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8pPr>
            <a:lvl9pPr lvl="8">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9pPr>
          </a:lstStyle>
          <a:p/>
        </p:txBody>
      </p:sp>
      <p:grpSp>
        <p:nvGrpSpPr>
          <p:cNvPr id="889" name="Google Shape;889;p42"/>
          <p:cNvGrpSpPr/>
          <p:nvPr/>
        </p:nvGrpSpPr>
        <p:grpSpPr>
          <a:xfrm>
            <a:off x="6318300" y="3111664"/>
            <a:ext cx="806700" cy="780097"/>
            <a:chOff x="713875" y="1288264"/>
            <a:chExt cx="806700" cy="780097"/>
          </a:xfrm>
        </p:grpSpPr>
        <p:sp>
          <p:nvSpPr>
            <p:cNvPr id="890" name="Google Shape;890;p42"/>
            <p:cNvSpPr/>
            <p:nvPr/>
          </p:nvSpPr>
          <p:spPr>
            <a:xfrm>
              <a:off x="714406" y="2025161"/>
              <a:ext cx="806100" cy="432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1" name="Google Shape;891;p42"/>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92" name="Google Shape;892;p42"/>
          <p:cNvSpPr txBox="1"/>
          <p:nvPr>
            <p:ph idx="13" type="title"/>
          </p:nvPr>
        </p:nvSpPr>
        <p:spPr>
          <a:xfrm>
            <a:off x="6318300" y="3892838"/>
            <a:ext cx="22734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1pPr>
            <a:lvl2pPr lvl="1">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2pPr>
            <a:lvl3pPr lvl="2">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3pPr>
            <a:lvl4pPr lvl="3">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4pPr>
            <a:lvl5pPr lvl="4">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5pPr>
            <a:lvl6pPr lvl="5">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6pPr>
            <a:lvl7pPr lvl="6">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7pPr>
            <a:lvl8pPr lvl="7">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8pPr>
            <a:lvl9pPr lvl="8">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9pPr>
          </a:lstStyle>
          <a:p/>
        </p:txBody>
      </p:sp>
      <p:sp>
        <p:nvSpPr>
          <p:cNvPr id="893" name="Google Shape;893;p42"/>
          <p:cNvSpPr txBox="1"/>
          <p:nvPr>
            <p:ph idx="14" type="title"/>
          </p:nvPr>
        </p:nvSpPr>
        <p:spPr>
          <a:xfrm>
            <a:off x="6318300" y="4358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894" name="Google Shape;894;p42"/>
          <p:cNvSpPr txBox="1"/>
          <p:nvPr>
            <p:ph idx="15" type="title"/>
          </p:nvPr>
        </p:nvSpPr>
        <p:spPr>
          <a:xfrm>
            <a:off x="6318300" y="4538938"/>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1pPr>
            <a:lvl2pPr lvl="1">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2pPr>
            <a:lvl3pPr lvl="2">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3pPr>
            <a:lvl4pPr lvl="3">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4pPr>
            <a:lvl5pPr lvl="4">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5pPr>
            <a:lvl6pPr lvl="5">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6pPr>
            <a:lvl7pPr lvl="6">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7pPr>
            <a:lvl8pPr lvl="7">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8pPr>
            <a:lvl9pPr lvl="8">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9pPr>
          </a:lstStyle>
          <a:p/>
        </p:txBody>
      </p:sp>
      <p:sp>
        <p:nvSpPr>
          <p:cNvPr id="895" name="Google Shape;895;p42"/>
          <p:cNvSpPr txBox="1"/>
          <p:nvPr>
            <p:ph idx="16" type="title"/>
          </p:nvPr>
        </p:nvSpPr>
        <p:spPr>
          <a:xfrm>
            <a:off x="6318300" y="4083425"/>
            <a:ext cx="20697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1pPr>
            <a:lvl2pPr lvl="1">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2pPr>
            <a:lvl3pPr lvl="2">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3pPr>
            <a:lvl4pPr lvl="3">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4pPr>
            <a:lvl5pPr lvl="4">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5pPr>
            <a:lvl6pPr lvl="5">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6pPr>
            <a:lvl7pPr lvl="6">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7pPr>
            <a:lvl8pPr lvl="7">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8pPr>
            <a:lvl9pPr lvl="8">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9pPr>
          </a:lstStyle>
          <a:p/>
        </p:txBody>
      </p:sp>
      <p:grpSp>
        <p:nvGrpSpPr>
          <p:cNvPr id="896" name="Google Shape;896;p42"/>
          <p:cNvGrpSpPr/>
          <p:nvPr/>
        </p:nvGrpSpPr>
        <p:grpSpPr>
          <a:xfrm>
            <a:off x="3435300" y="1332664"/>
            <a:ext cx="806700" cy="780097"/>
            <a:chOff x="713875" y="1288264"/>
            <a:chExt cx="806700" cy="780097"/>
          </a:xfrm>
        </p:grpSpPr>
        <p:sp>
          <p:nvSpPr>
            <p:cNvPr id="897" name="Google Shape;897;p42"/>
            <p:cNvSpPr/>
            <p:nvPr/>
          </p:nvSpPr>
          <p:spPr>
            <a:xfrm>
              <a:off x="714406" y="2025161"/>
              <a:ext cx="806100" cy="43200"/>
            </a:xfrm>
            <a:prstGeom prst="rect">
              <a:avLst/>
            </a:prstGeom>
            <a:solidFill>
              <a:srgbClr val="2057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8" name="Google Shape;898;p42"/>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99" name="Google Shape;899;p42"/>
          <p:cNvSpPr txBox="1"/>
          <p:nvPr>
            <p:ph idx="17" type="title"/>
          </p:nvPr>
        </p:nvSpPr>
        <p:spPr>
          <a:xfrm>
            <a:off x="3435300" y="2113838"/>
            <a:ext cx="22734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1pPr>
            <a:lvl2pPr lvl="1">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2pPr>
            <a:lvl3pPr lvl="2">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3pPr>
            <a:lvl4pPr lvl="3">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4pPr>
            <a:lvl5pPr lvl="4">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5pPr>
            <a:lvl6pPr lvl="5">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6pPr>
            <a:lvl7pPr lvl="6">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7pPr>
            <a:lvl8pPr lvl="7">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8pPr>
            <a:lvl9pPr lvl="8">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9pPr>
          </a:lstStyle>
          <a:p/>
        </p:txBody>
      </p:sp>
      <p:sp>
        <p:nvSpPr>
          <p:cNvPr id="900" name="Google Shape;900;p42"/>
          <p:cNvSpPr txBox="1"/>
          <p:nvPr>
            <p:ph idx="18" type="title"/>
          </p:nvPr>
        </p:nvSpPr>
        <p:spPr>
          <a:xfrm>
            <a:off x="3435300" y="2579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901" name="Google Shape;901;p42"/>
          <p:cNvSpPr txBox="1"/>
          <p:nvPr>
            <p:ph idx="19" type="title"/>
          </p:nvPr>
        </p:nvSpPr>
        <p:spPr>
          <a:xfrm>
            <a:off x="3435300" y="2759938"/>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1pPr>
            <a:lvl2pPr lvl="1">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2pPr>
            <a:lvl3pPr lvl="2">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3pPr>
            <a:lvl4pPr lvl="3">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4pPr>
            <a:lvl5pPr lvl="4">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5pPr>
            <a:lvl6pPr lvl="5">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6pPr>
            <a:lvl7pPr lvl="6">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7pPr>
            <a:lvl8pPr lvl="7">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8pPr>
            <a:lvl9pPr lvl="8">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9pPr>
          </a:lstStyle>
          <a:p/>
        </p:txBody>
      </p:sp>
      <p:sp>
        <p:nvSpPr>
          <p:cNvPr id="902" name="Google Shape;902;p42"/>
          <p:cNvSpPr txBox="1"/>
          <p:nvPr>
            <p:ph idx="20" type="title"/>
          </p:nvPr>
        </p:nvSpPr>
        <p:spPr>
          <a:xfrm>
            <a:off x="3435300" y="2304425"/>
            <a:ext cx="20697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1pPr>
            <a:lvl2pPr lvl="1">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2pPr>
            <a:lvl3pPr lvl="2">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3pPr>
            <a:lvl4pPr lvl="3">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4pPr>
            <a:lvl5pPr lvl="4">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5pPr>
            <a:lvl6pPr lvl="5">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6pPr>
            <a:lvl7pPr lvl="6">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7pPr>
            <a:lvl8pPr lvl="7">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8pPr>
            <a:lvl9pPr lvl="8">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9pPr>
          </a:lstStyle>
          <a:p/>
        </p:txBody>
      </p:sp>
      <p:grpSp>
        <p:nvGrpSpPr>
          <p:cNvPr id="903" name="Google Shape;903;p42"/>
          <p:cNvGrpSpPr/>
          <p:nvPr/>
        </p:nvGrpSpPr>
        <p:grpSpPr>
          <a:xfrm>
            <a:off x="552300" y="1332664"/>
            <a:ext cx="806700" cy="780097"/>
            <a:chOff x="713875" y="1288264"/>
            <a:chExt cx="806700" cy="780097"/>
          </a:xfrm>
        </p:grpSpPr>
        <p:sp>
          <p:nvSpPr>
            <p:cNvPr id="904" name="Google Shape;904;p42"/>
            <p:cNvSpPr/>
            <p:nvPr/>
          </p:nvSpPr>
          <p:spPr>
            <a:xfrm>
              <a:off x="714406" y="2025161"/>
              <a:ext cx="806100" cy="432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solidFill>
                  <a:srgbClr val="1795D4"/>
                </a:solidFill>
              </a:endParaRPr>
            </a:p>
          </p:txBody>
        </p:sp>
        <p:sp>
          <p:nvSpPr>
            <p:cNvPr id="905" name="Google Shape;905;p42"/>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06" name="Google Shape;906;p42"/>
          <p:cNvSpPr txBox="1"/>
          <p:nvPr>
            <p:ph idx="21" type="title"/>
          </p:nvPr>
        </p:nvSpPr>
        <p:spPr>
          <a:xfrm>
            <a:off x="552300" y="2113838"/>
            <a:ext cx="22734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1pPr>
            <a:lvl2pPr lvl="1">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2pPr>
            <a:lvl3pPr lvl="2">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3pPr>
            <a:lvl4pPr lvl="3">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4pPr>
            <a:lvl5pPr lvl="4">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5pPr>
            <a:lvl6pPr lvl="5">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6pPr>
            <a:lvl7pPr lvl="6">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7pPr>
            <a:lvl8pPr lvl="7">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8pPr>
            <a:lvl9pPr lvl="8">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9pPr>
          </a:lstStyle>
          <a:p/>
        </p:txBody>
      </p:sp>
      <p:sp>
        <p:nvSpPr>
          <p:cNvPr id="907" name="Google Shape;907;p42"/>
          <p:cNvSpPr txBox="1"/>
          <p:nvPr>
            <p:ph idx="22" type="title"/>
          </p:nvPr>
        </p:nvSpPr>
        <p:spPr>
          <a:xfrm>
            <a:off x="552300" y="2579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908" name="Google Shape;908;p42"/>
          <p:cNvSpPr txBox="1"/>
          <p:nvPr>
            <p:ph idx="23" type="title"/>
          </p:nvPr>
        </p:nvSpPr>
        <p:spPr>
          <a:xfrm>
            <a:off x="552300" y="2759938"/>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1pPr>
            <a:lvl2pPr lvl="1">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2pPr>
            <a:lvl3pPr lvl="2">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3pPr>
            <a:lvl4pPr lvl="3">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4pPr>
            <a:lvl5pPr lvl="4">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5pPr>
            <a:lvl6pPr lvl="5">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6pPr>
            <a:lvl7pPr lvl="6">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7pPr>
            <a:lvl8pPr lvl="7">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8pPr>
            <a:lvl9pPr lvl="8">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9pPr>
          </a:lstStyle>
          <a:p/>
        </p:txBody>
      </p:sp>
      <p:sp>
        <p:nvSpPr>
          <p:cNvPr id="909" name="Google Shape;909;p42"/>
          <p:cNvSpPr txBox="1"/>
          <p:nvPr>
            <p:ph idx="24" type="title"/>
          </p:nvPr>
        </p:nvSpPr>
        <p:spPr>
          <a:xfrm>
            <a:off x="552300" y="2304425"/>
            <a:ext cx="20697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1pPr>
            <a:lvl2pPr lvl="1">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2pPr>
            <a:lvl3pPr lvl="2">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3pPr>
            <a:lvl4pPr lvl="3">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4pPr>
            <a:lvl5pPr lvl="4">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5pPr>
            <a:lvl6pPr lvl="5">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6pPr>
            <a:lvl7pPr lvl="6">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7pPr>
            <a:lvl8pPr lvl="7">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8pPr>
            <a:lvl9pPr lvl="8">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9pPr>
          </a:lstStyle>
          <a:p/>
        </p:txBody>
      </p:sp>
      <p:grpSp>
        <p:nvGrpSpPr>
          <p:cNvPr id="910" name="Google Shape;910;p42"/>
          <p:cNvGrpSpPr/>
          <p:nvPr/>
        </p:nvGrpSpPr>
        <p:grpSpPr>
          <a:xfrm>
            <a:off x="6318300" y="1332664"/>
            <a:ext cx="806700" cy="780097"/>
            <a:chOff x="713875" y="1288264"/>
            <a:chExt cx="806700" cy="780097"/>
          </a:xfrm>
        </p:grpSpPr>
        <p:sp>
          <p:nvSpPr>
            <p:cNvPr id="911" name="Google Shape;911;p42"/>
            <p:cNvSpPr/>
            <p:nvPr/>
          </p:nvSpPr>
          <p:spPr>
            <a:xfrm>
              <a:off x="714406" y="2025161"/>
              <a:ext cx="806100" cy="43200"/>
            </a:xfrm>
            <a:prstGeom prst="rect">
              <a:avLst/>
            </a:prstGeom>
            <a:solidFill>
              <a:srgbClr val="FF78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2" name="Google Shape;912;p42"/>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13" name="Google Shape;913;p42"/>
          <p:cNvSpPr txBox="1"/>
          <p:nvPr>
            <p:ph idx="25" type="title"/>
          </p:nvPr>
        </p:nvSpPr>
        <p:spPr>
          <a:xfrm>
            <a:off x="6318300" y="2113838"/>
            <a:ext cx="22734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1pPr>
            <a:lvl2pPr lvl="1">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2pPr>
            <a:lvl3pPr lvl="2">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3pPr>
            <a:lvl4pPr lvl="3">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4pPr>
            <a:lvl5pPr lvl="4">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5pPr>
            <a:lvl6pPr lvl="5">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6pPr>
            <a:lvl7pPr lvl="6">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7pPr>
            <a:lvl8pPr lvl="7">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8pPr>
            <a:lvl9pPr lvl="8">
              <a:spcBef>
                <a:spcPts val="0"/>
              </a:spcBef>
              <a:spcAft>
                <a:spcPts val="0"/>
              </a:spcAft>
              <a:buClr>
                <a:srgbClr val="212526"/>
              </a:buClr>
              <a:buSzPts val="1000"/>
              <a:buFont typeface="Lexend SemiBold"/>
              <a:buNone/>
              <a:defRPr sz="1000">
                <a:solidFill>
                  <a:srgbClr val="212526"/>
                </a:solidFill>
                <a:latin typeface="Lexend SemiBold"/>
                <a:ea typeface="Lexend SemiBold"/>
                <a:cs typeface="Lexend SemiBold"/>
                <a:sym typeface="Lexend SemiBold"/>
              </a:defRPr>
            </a:lvl9pPr>
          </a:lstStyle>
          <a:p/>
        </p:txBody>
      </p:sp>
      <p:sp>
        <p:nvSpPr>
          <p:cNvPr id="914" name="Google Shape;914;p42"/>
          <p:cNvSpPr txBox="1"/>
          <p:nvPr>
            <p:ph idx="26" type="title"/>
          </p:nvPr>
        </p:nvSpPr>
        <p:spPr>
          <a:xfrm>
            <a:off x="6318300" y="2579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915" name="Google Shape;915;p42"/>
          <p:cNvSpPr txBox="1"/>
          <p:nvPr>
            <p:ph idx="27" type="title"/>
          </p:nvPr>
        </p:nvSpPr>
        <p:spPr>
          <a:xfrm>
            <a:off x="6318300" y="2759938"/>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1pPr>
            <a:lvl2pPr lvl="1">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2pPr>
            <a:lvl3pPr lvl="2">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3pPr>
            <a:lvl4pPr lvl="3">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4pPr>
            <a:lvl5pPr lvl="4">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5pPr>
            <a:lvl6pPr lvl="5">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6pPr>
            <a:lvl7pPr lvl="6">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7pPr>
            <a:lvl8pPr lvl="7">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8pPr>
            <a:lvl9pPr lvl="8">
              <a:spcBef>
                <a:spcPts val="0"/>
              </a:spcBef>
              <a:spcAft>
                <a:spcPts val="0"/>
              </a:spcAft>
              <a:buClr>
                <a:srgbClr val="212526"/>
              </a:buClr>
              <a:buSzPts val="1000"/>
              <a:buFont typeface="Lexend Light"/>
              <a:buNone/>
              <a:defRPr sz="1000">
                <a:solidFill>
                  <a:srgbClr val="212526"/>
                </a:solidFill>
                <a:latin typeface="Lexend Light"/>
                <a:ea typeface="Lexend Light"/>
                <a:cs typeface="Lexend Light"/>
                <a:sym typeface="Lexend Light"/>
              </a:defRPr>
            </a:lvl9pPr>
          </a:lstStyle>
          <a:p/>
        </p:txBody>
      </p:sp>
      <p:sp>
        <p:nvSpPr>
          <p:cNvPr id="916" name="Google Shape;916;p42"/>
          <p:cNvSpPr txBox="1"/>
          <p:nvPr>
            <p:ph idx="28" type="title"/>
          </p:nvPr>
        </p:nvSpPr>
        <p:spPr>
          <a:xfrm>
            <a:off x="6318300" y="2304425"/>
            <a:ext cx="2069700" cy="278100"/>
          </a:xfrm>
          <a:prstGeom prst="rect">
            <a:avLst/>
          </a:prstGeom>
        </p:spPr>
        <p:txBody>
          <a:bodyPr anchorCtr="0" anchor="ctr" bIns="0" lIns="0" spcFirstLastPara="1" rIns="0" wrap="square" tIns="0">
            <a:normAutofit/>
          </a:bodyPr>
          <a:lstStyle>
            <a:lvl1pPr lvl="0">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1pPr>
            <a:lvl2pPr lvl="1">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2pPr>
            <a:lvl3pPr lvl="2">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3pPr>
            <a:lvl4pPr lvl="3">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4pPr>
            <a:lvl5pPr lvl="4">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5pPr>
            <a:lvl6pPr lvl="5">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6pPr>
            <a:lvl7pPr lvl="6">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7pPr>
            <a:lvl8pPr lvl="7">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8pPr>
            <a:lvl9pPr lvl="8">
              <a:spcBef>
                <a:spcPts val="0"/>
              </a:spcBef>
              <a:spcAft>
                <a:spcPts val="0"/>
              </a:spcAft>
              <a:buClr>
                <a:srgbClr val="212526"/>
              </a:buClr>
              <a:buSzPts val="1000"/>
              <a:buFont typeface="Lexend"/>
              <a:buNone/>
              <a:defRPr sz="1000">
                <a:solidFill>
                  <a:srgbClr val="212526"/>
                </a:solidFill>
                <a:latin typeface="Lexend"/>
                <a:ea typeface="Lexend"/>
                <a:cs typeface="Lexend"/>
                <a:sym typeface="Lexend"/>
              </a:defRPr>
            </a:lvl9pPr>
          </a:lstStyle>
          <a:p/>
        </p:txBody>
      </p:sp>
      <p:sp>
        <p:nvSpPr>
          <p:cNvPr id="917" name="Google Shape;917;p42"/>
          <p:cNvSpPr txBox="1"/>
          <p:nvPr/>
        </p:nvSpPr>
        <p:spPr>
          <a:xfrm>
            <a:off x="522341" y="647550"/>
            <a:ext cx="58452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rgbClr val="0F618C"/>
                </a:solidFill>
                <a:latin typeface="Lexend"/>
                <a:ea typeface="Lexend"/>
                <a:cs typeface="Lexend"/>
                <a:sym typeface="Lexend"/>
              </a:rPr>
              <a:t>Contact the team</a:t>
            </a:r>
            <a:endParaRPr sz="3500">
              <a:solidFill>
                <a:srgbClr val="0F618C"/>
              </a:solidFill>
              <a:latin typeface="Lexend"/>
              <a:ea typeface="Lexend"/>
              <a:cs typeface="Lexend"/>
              <a:sym typeface="Lexend"/>
            </a:endParaRPr>
          </a:p>
        </p:txBody>
      </p:sp>
      <p:sp>
        <p:nvSpPr>
          <p:cNvPr id="918" name="Google Shape;918;p42"/>
          <p:cNvSpPr txBox="1"/>
          <p:nvPr>
            <p:ph idx="29"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Team - Large - 02">
  <p:cSld name="CUSTOM_14">
    <p:spTree>
      <p:nvGrpSpPr>
        <p:cNvPr id="919" name="Shape 919"/>
        <p:cNvGrpSpPr/>
        <p:nvPr/>
      </p:nvGrpSpPr>
      <p:grpSpPr>
        <a:xfrm>
          <a:off x="0" y="0"/>
          <a:ext cx="0" cy="0"/>
          <a:chOff x="0" y="0"/>
          <a:chExt cx="0" cy="0"/>
        </a:xfrm>
      </p:grpSpPr>
      <p:sp>
        <p:nvSpPr>
          <p:cNvPr id="920" name="Google Shape;920;p43"/>
          <p:cNvSpPr txBox="1"/>
          <p:nvPr>
            <p:ph idx="12" type="sldNum"/>
          </p:nvPr>
        </p:nvSpPr>
        <p:spPr>
          <a:xfrm>
            <a:off x="85486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921" name="Google Shape;921;p43"/>
          <p:cNvSpPr/>
          <p:nvPr/>
        </p:nvSpPr>
        <p:spPr>
          <a:xfrm>
            <a:off x="3" y="25"/>
            <a:ext cx="9144000" cy="5143500"/>
          </a:xfrm>
          <a:prstGeom prst="rect">
            <a:avLst/>
          </a:prstGeom>
          <a:solidFill>
            <a:srgbClr val="0030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922" name="Google Shape;922;p43"/>
          <p:cNvGrpSpPr/>
          <p:nvPr/>
        </p:nvGrpSpPr>
        <p:grpSpPr>
          <a:xfrm>
            <a:off x="-1" y="-19"/>
            <a:ext cx="704286" cy="5143552"/>
            <a:chOff x="360000" y="360000"/>
            <a:chExt cx="446146" cy="3258300"/>
          </a:xfrm>
        </p:grpSpPr>
        <p:sp>
          <p:nvSpPr>
            <p:cNvPr id="923" name="Google Shape;923;p43"/>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4" name="Google Shape;924;p43"/>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5" name="Google Shape;925;p43"/>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26" name="Google Shape;926;p43"/>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27" name="Google Shape;927;p43"/>
          <p:cNvPicPr preferRelativeResize="0"/>
          <p:nvPr/>
        </p:nvPicPr>
        <p:blipFill>
          <a:blip r:embed="rId2">
            <a:alphaModFix/>
          </a:blip>
          <a:stretch>
            <a:fillRect/>
          </a:stretch>
        </p:blipFill>
        <p:spPr>
          <a:xfrm>
            <a:off x="8933375" y="62875"/>
            <a:ext cx="143400" cy="129650"/>
          </a:xfrm>
          <a:prstGeom prst="rect">
            <a:avLst/>
          </a:prstGeom>
          <a:noFill/>
          <a:ln>
            <a:noFill/>
          </a:ln>
        </p:spPr>
      </p:pic>
      <p:sp>
        <p:nvSpPr>
          <p:cNvPr id="928" name="Google Shape;928;p43"/>
          <p:cNvSpPr txBox="1"/>
          <p:nvPr>
            <p:ph idx="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grpSp>
        <p:nvGrpSpPr>
          <p:cNvPr id="929" name="Google Shape;929;p43"/>
          <p:cNvGrpSpPr/>
          <p:nvPr/>
        </p:nvGrpSpPr>
        <p:grpSpPr>
          <a:xfrm>
            <a:off x="3435300" y="3111664"/>
            <a:ext cx="806700" cy="780097"/>
            <a:chOff x="713875" y="1288264"/>
            <a:chExt cx="806700" cy="780097"/>
          </a:xfrm>
        </p:grpSpPr>
        <p:sp>
          <p:nvSpPr>
            <p:cNvPr id="930" name="Google Shape;930;p43"/>
            <p:cNvSpPr/>
            <p:nvPr/>
          </p:nvSpPr>
          <p:spPr>
            <a:xfrm>
              <a:off x="714406" y="2025161"/>
              <a:ext cx="806100" cy="43200"/>
            </a:xfrm>
            <a:prstGeom prst="rect">
              <a:avLst/>
            </a:prstGeom>
            <a:solidFill>
              <a:srgbClr val="17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1" name="Google Shape;931;p43"/>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32" name="Google Shape;932;p43"/>
          <p:cNvSpPr txBox="1"/>
          <p:nvPr>
            <p:ph type="title"/>
          </p:nvPr>
        </p:nvSpPr>
        <p:spPr>
          <a:xfrm>
            <a:off x="3435300" y="3892838"/>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933" name="Google Shape;933;p43"/>
          <p:cNvSpPr txBox="1"/>
          <p:nvPr>
            <p:ph idx="3" type="title"/>
          </p:nvPr>
        </p:nvSpPr>
        <p:spPr>
          <a:xfrm>
            <a:off x="3435300" y="4358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934" name="Google Shape;934;p43"/>
          <p:cNvSpPr txBox="1"/>
          <p:nvPr>
            <p:ph idx="4" type="title"/>
          </p:nvPr>
        </p:nvSpPr>
        <p:spPr>
          <a:xfrm>
            <a:off x="3435300" y="453893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sp>
        <p:nvSpPr>
          <p:cNvPr id="935" name="Google Shape;935;p43"/>
          <p:cNvSpPr txBox="1"/>
          <p:nvPr>
            <p:ph idx="5" type="title"/>
          </p:nvPr>
        </p:nvSpPr>
        <p:spPr>
          <a:xfrm>
            <a:off x="3435300" y="408342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grpSp>
        <p:nvGrpSpPr>
          <p:cNvPr id="936" name="Google Shape;936;p43"/>
          <p:cNvGrpSpPr/>
          <p:nvPr/>
        </p:nvGrpSpPr>
        <p:grpSpPr>
          <a:xfrm>
            <a:off x="552300" y="3111664"/>
            <a:ext cx="806700" cy="780097"/>
            <a:chOff x="713875" y="1288264"/>
            <a:chExt cx="806700" cy="780097"/>
          </a:xfrm>
        </p:grpSpPr>
        <p:sp>
          <p:nvSpPr>
            <p:cNvPr id="937" name="Google Shape;937;p43"/>
            <p:cNvSpPr/>
            <p:nvPr/>
          </p:nvSpPr>
          <p:spPr>
            <a:xfrm>
              <a:off x="714406" y="2025161"/>
              <a:ext cx="806100" cy="43200"/>
            </a:xfrm>
            <a:prstGeom prst="rect">
              <a:avLst/>
            </a:prstGeom>
            <a:solidFill>
              <a:srgbClr val="FF78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8" name="Google Shape;938;p43"/>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39" name="Google Shape;939;p43"/>
          <p:cNvSpPr txBox="1"/>
          <p:nvPr>
            <p:ph idx="6" type="title"/>
          </p:nvPr>
        </p:nvSpPr>
        <p:spPr>
          <a:xfrm>
            <a:off x="552300" y="3892838"/>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940" name="Google Shape;940;p43"/>
          <p:cNvSpPr txBox="1"/>
          <p:nvPr>
            <p:ph idx="7" type="title"/>
          </p:nvPr>
        </p:nvSpPr>
        <p:spPr>
          <a:xfrm>
            <a:off x="552300" y="4358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941" name="Google Shape;941;p43"/>
          <p:cNvSpPr txBox="1"/>
          <p:nvPr>
            <p:ph idx="8" type="title"/>
          </p:nvPr>
        </p:nvSpPr>
        <p:spPr>
          <a:xfrm>
            <a:off x="552300" y="453893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sp>
        <p:nvSpPr>
          <p:cNvPr id="942" name="Google Shape;942;p43"/>
          <p:cNvSpPr txBox="1"/>
          <p:nvPr>
            <p:ph idx="9" type="title"/>
          </p:nvPr>
        </p:nvSpPr>
        <p:spPr>
          <a:xfrm>
            <a:off x="552300" y="408342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grpSp>
        <p:nvGrpSpPr>
          <p:cNvPr id="943" name="Google Shape;943;p43"/>
          <p:cNvGrpSpPr/>
          <p:nvPr/>
        </p:nvGrpSpPr>
        <p:grpSpPr>
          <a:xfrm>
            <a:off x="6318300" y="3111664"/>
            <a:ext cx="806700" cy="780097"/>
            <a:chOff x="713875" y="1288264"/>
            <a:chExt cx="806700" cy="780097"/>
          </a:xfrm>
        </p:grpSpPr>
        <p:sp>
          <p:nvSpPr>
            <p:cNvPr id="944" name="Google Shape;944;p43"/>
            <p:cNvSpPr/>
            <p:nvPr/>
          </p:nvSpPr>
          <p:spPr>
            <a:xfrm>
              <a:off x="714406" y="2025161"/>
              <a:ext cx="806100" cy="43200"/>
            </a:xfrm>
            <a:prstGeom prst="rect">
              <a:avLst/>
            </a:prstGeom>
            <a:solidFill>
              <a:srgbClr val="2AB6B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5" name="Google Shape;945;p43"/>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46" name="Google Shape;946;p43"/>
          <p:cNvSpPr txBox="1"/>
          <p:nvPr>
            <p:ph idx="13" type="title"/>
          </p:nvPr>
        </p:nvSpPr>
        <p:spPr>
          <a:xfrm>
            <a:off x="6318300" y="3892838"/>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947" name="Google Shape;947;p43"/>
          <p:cNvSpPr txBox="1"/>
          <p:nvPr>
            <p:ph idx="14" type="title"/>
          </p:nvPr>
        </p:nvSpPr>
        <p:spPr>
          <a:xfrm>
            <a:off x="6318300" y="4358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948" name="Google Shape;948;p43"/>
          <p:cNvSpPr txBox="1"/>
          <p:nvPr>
            <p:ph idx="15" type="title"/>
          </p:nvPr>
        </p:nvSpPr>
        <p:spPr>
          <a:xfrm>
            <a:off x="6318300" y="453893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sp>
        <p:nvSpPr>
          <p:cNvPr id="949" name="Google Shape;949;p43"/>
          <p:cNvSpPr txBox="1"/>
          <p:nvPr>
            <p:ph idx="16" type="title"/>
          </p:nvPr>
        </p:nvSpPr>
        <p:spPr>
          <a:xfrm>
            <a:off x="6318300" y="408342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grpSp>
        <p:nvGrpSpPr>
          <p:cNvPr id="950" name="Google Shape;950;p43"/>
          <p:cNvGrpSpPr/>
          <p:nvPr/>
        </p:nvGrpSpPr>
        <p:grpSpPr>
          <a:xfrm>
            <a:off x="3435300" y="1332664"/>
            <a:ext cx="806700" cy="780097"/>
            <a:chOff x="713875" y="1288264"/>
            <a:chExt cx="806700" cy="780097"/>
          </a:xfrm>
        </p:grpSpPr>
        <p:sp>
          <p:nvSpPr>
            <p:cNvPr id="951" name="Google Shape;951;p43"/>
            <p:cNvSpPr/>
            <p:nvPr/>
          </p:nvSpPr>
          <p:spPr>
            <a:xfrm>
              <a:off x="714406" y="2025161"/>
              <a:ext cx="806100" cy="43200"/>
            </a:xfrm>
            <a:prstGeom prst="rect">
              <a:avLst/>
            </a:prstGeom>
            <a:solidFill>
              <a:srgbClr val="2AB6B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2" name="Google Shape;952;p43"/>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53" name="Google Shape;953;p43"/>
          <p:cNvSpPr txBox="1"/>
          <p:nvPr>
            <p:ph idx="17" type="title"/>
          </p:nvPr>
        </p:nvSpPr>
        <p:spPr>
          <a:xfrm>
            <a:off x="3435300" y="2113838"/>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954" name="Google Shape;954;p43"/>
          <p:cNvSpPr txBox="1"/>
          <p:nvPr>
            <p:ph idx="18" type="title"/>
          </p:nvPr>
        </p:nvSpPr>
        <p:spPr>
          <a:xfrm>
            <a:off x="3435300" y="2579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955" name="Google Shape;955;p43"/>
          <p:cNvSpPr txBox="1"/>
          <p:nvPr>
            <p:ph idx="19" type="title"/>
          </p:nvPr>
        </p:nvSpPr>
        <p:spPr>
          <a:xfrm>
            <a:off x="3435300" y="275993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sp>
        <p:nvSpPr>
          <p:cNvPr id="956" name="Google Shape;956;p43"/>
          <p:cNvSpPr txBox="1"/>
          <p:nvPr>
            <p:ph idx="20" type="title"/>
          </p:nvPr>
        </p:nvSpPr>
        <p:spPr>
          <a:xfrm>
            <a:off x="3435300" y="230442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grpSp>
        <p:nvGrpSpPr>
          <p:cNvPr id="957" name="Google Shape;957;p43"/>
          <p:cNvGrpSpPr/>
          <p:nvPr/>
        </p:nvGrpSpPr>
        <p:grpSpPr>
          <a:xfrm>
            <a:off x="552300" y="1332664"/>
            <a:ext cx="806700" cy="780097"/>
            <a:chOff x="713875" y="1288264"/>
            <a:chExt cx="806700" cy="780097"/>
          </a:xfrm>
        </p:grpSpPr>
        <p:sp>
          <p:nvSpPr>
            <p:cNvPr id="958" name="Google Shape;958;p43"/>
            <p:cNvSpPr/>
            <p:nvPr/>
          </p:nvSpPr>
          <p:spPr>
            <a:xfrm>
              <a:off x="714406" y="2025161"/>
              <a:ext cx="806100" cy="432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solidFill>
                  <a:srgbClr val="1795D4"/>
                </a:solidFill>
              </a:endParaRPr>
            </a:p>
          </p:txBody>
        </p:sp>
        <p:sp>
          <p:nvSpPr>
            <p:cNvPr id="959" name="Google Shape;959;p43"/>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60" name="Google Shape;960;p43"/>
          <p:cNvSpPr txBox="1"/>
          <p:nvPr>
            <p:ph idx="21" type="title"/>
          </p:nvPr>
        </p:nvSpPr>
        <p:spPr>
          <a:xfrm>
            <a:off x="552300" y="2113838"/>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961" name="Google Shape;961;p43"/>
          <p:cNvSpPr txBox="1"/>
          <p:nvPr>
            <p:ph idx="22" type="title"/>
          </p:nvPr>
        </p:nvSpPr>
        <p:spPr>
          <a:xfrm>
            <a:off x="552300" y="2579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962" name="Google Shape;962;p43"/>
          <p:cNvSpPr txBox="1"/>
          <p:nvPr>
            <p:ph idx="23" type="title"/>
          </p:nvPr>
        </p:nvSpPr>
        <p:spPr>
          <a:xfrm>
            <a:off x="552300" y="275993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sp>
        <p:nvSpPr>
          <p:cNvPr id="963" name="Google Shape;963;p43"/>
          <p:cNvSpPr txBox="1"/>
          <p:nvPr>
            <p:ph idx="24" type="title"/>
          </p:nvPr>
        </p:nvSpPr>
        <p:spPr>
          <a:xfrm>
            <a:off x="552300" y="230442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grpSp>
        <p:nvGrpSpPr>
          <p:cNvPr id="964" name="Google Shape;964;p43"/>
          <p:cNvGrpSpPr/>
          <p:nvPr/>
        </p:nvGrpSpPr>
        <p:grpSpPr>
          <a:xfrm>
            <a:off x="6318300" y="1332664"/>
            <a:ext cx="806700" cy="780097"/>
            <a:chOff x="713875" y="1288264"/>
            <a:chExt cx="806700" cy="780097"/>
          </a:xfrm>
        </p:grpSpPr>
        <p:sp>
          <p:nvSpPr>
            <p:cNvPr id="965" name="Google Shape;965;p43"/>
            <p:cNvSpPr/>
            <p:nvPr/>
          </p:nvSpPr>
          <p:spPr>
            <a:xfrm>
              <a:off x="714406" y="2025161"/>
              <a:ext cx="806100" cy="43200"/>
            </a:xfrm>
            <a:prstGeom prst="rect">
              <a:avLst/>
            </a:prstGeom>
            <a:solidFill>
              <a:srgbClr val="FF78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6" name="Google Shape;966;p43"/>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67" name="Google Shape;967;p43"/>
          <p:cNvSpPr txBox="1"/>
          <p:nvPr>
            <p:ph idx="25" type="title"/>
          </p:nvPr>
        </p:nvSpPr>
        <p:spPr>
          <a:xfrm>
            <a:off x="6318300" y="2113838"/>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968" name="Google Shape;968;p43"/>
          <p:cNvSpPr txBox="1"/>
          <p:nvPr>
            <p:ph idx="26" type="title"/>
          </p:nvPr>
        </p:nvSpPr>
        <p:spPr>
          <a:xfrm>
            <a:off x="6318300" y="2579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969" name="Google Shape;969;p43"/>
          <p:cNvSpPr txBox="1"/>
          <p:nvPr>
            <p:ph idx="27" type="title"/>
          </p:nvPr>
        </p:nvSpPr>
        <p:spPr>
          <a:xfrm>
            <a:off x="6318300" y="275993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sp>
        <p:nvSpPr>
          <p:cNvPr id="970" name="Google Shape;970;p43"/>
          <p:cNvSpPr txBox="1"/>
          <p:nvPr>
            <p:ph idx="28" type="title"/>
          </p:nvPr>
        </p:nvSpPr>
        <p:spPr>
          <a:xfrm>
            <a:off x="6318300" y="230442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sp>
        <p:nvSpPr>
          <p:cNvPr id="971" name="Google Shape;971;p43"/>
          <p:cNvSpPr txBox="1"/>
          <p:nvPr/>
        </p:nvSpPr>
        <p:spPr>
          <a:xfrm>
            <a:off x="522341" y="647550"/>
            <a:ext cx="58452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chemeClr val="lt1"/>
                </a:solidFill>
                <a:latin typeface="Lexend"/>
                <a:ea typeface="Lexend"/>
                <a:cs typeface="Lexend"/>
                <a:sym typeface="Lexend"/>
              </a:rPr>
              <a:t>Contact the team</a:t>
            </a:r>
            <a:endParaRPr sz="3500">
              <a:solidFill>
                <a:schemeClr val="lt1"/>
              </a:solidFill>
              <a:latin typeface="Lexend"/>
              <a:ea typeface="Lexend"/>
              <a:cs typeface="Lexend"/>
              <a:sym typeface="Lexend"/>
            </a:endParaRPr>
          </a:p>
        </p:txBody>
      </p:sp>
      <p:sp>
        <p:nvSpPr>
          <p:cNvPr id="972" name="Google Shape;972;p43"/>
          <p:cNvSpPr txBox="1"/>
          <p:nvPr>
            <p:ph idx="29"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Team - Large - 03">
  <p:cSld name="CUSTOM_15">
    <p:spTree>
      <p:nvGrpSpPr>
        <p:cNvPr id="973" name="Shape 973"/>
        <p:cNvGrpSpPr/>
        <p:nvPr/>
      </p:nvGrpSpPr>
      <p:grpSpPr>
        <a:xfrm>
          <a:off x="0" y="0"/>
          <a:ext cx="0" cy="0"/>
          <a:chOff x="0" y="0"/>
          <a:chExt cx="0" cy="0"/>
        </a:xfrm>
      </p:grpSpPr>
      <p:sp>
        <p:nvSpPr>
          <p:cNvPr id="974" name="Google Shape;974;p44"/>
          <p:cNvSpPr txBox="1"/>
          <p:nvPr>
            <p:ph idx="12" type="sldNum"/>
          </p:nvPr>
        </p:nvSpPr>
        <p:spPr>
          <a:xfrm>
            <a:off x="8472458" y="47394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975" name="Google Shape;975;p44"/>
          <p:cNvSpPr txBox="1"/>
          <p:nvPr>
            <p:ph idx="2" type="sldNum"/>
          </p:nvPr>
        </p:nvSpPr>
        <p:spPr>
          <a:xfrm>
            <a:off x="8472458" y="47394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976" name="Google Shape;976;p44"/>
          <p:cNvSpPr/>
          <p:nvPr/>
        </p:nvSpPr>
        <p:spPr>
          <a:xfrm>
            <a:off x="3" y="25"/>
            <a:ext cx="9144000" cy="5143500"/>
          </a:xfrm>
          <a:prstGeom prst="rect">
            <a:avLst/>
          </a:prstGeom>
          <a:solidFill>
            <a:srgbClr val="21252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977" name="Google Shape;977;p44"/>
          <p:cNvGrpSpPr/>
          <p:nvPr/>
        </p:nvGrpSpPr>
        <p:grpSpPr>
          <a:xfrm>
            <a:off x="-1" y="-19"/>
            <a:ext cx="704286" cy="5143552"/>
            <a:chOff x="360000" y="360000"/>
            <a:chExt cx="446146" cy="3258300"/>
          </a:xfrm>
        </p:grpSpPr>
        <p:sp>
          <p:nvSpPr>
            <p:cNvPr id="978" name="Google Shape;978;p44"/>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9" name="Google Shape;979;p44"/>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0" name="Google Shape;980;p44"/>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81" name="Google Shape;981;p44"/>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82" name="Google Shape;982;p44"/>
          <p:cNvPicPr preferRelativeResize="0"/>
          <p:nvPr/>
        </p:nvPicPr>
        <p:blipFill>
          <a:blip r:embed="rId2">
            <a:alphaModFix/>
          </a:blip>
          <a:stretch>
            <a:fillRect/>
          </a:stretch>
        </p:blipFill>
        <p:spPr>
          <a:xfrm>
            <a:off x="8933375" y="62875"/>
            <a:ext cx="143400" cy="129650"/>
          </a:xfrm>
          <a:prstGeom prst="rect">
            <a:avLst/>
          </a:prstGeom>
          <a:noFill/>
          <a:ln>
            <a:noFill/>
          </a:ln>
        </p:spPr>
      </p:pic>
      <p:sp>
        <p:nvSpPr>
          <p:cNvPr id="983" name="Google Shape;983;p44"/>
          <p:cNvSpPr txBox="1"/>
          <p:nvPr>
            <p:ph idx="3"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grpSp>
        <p:nvGrpSpPr>
          <p:cNvPr id="984" name="Google Shape;984;p44"/>
          <p:cNvGrpSpPr/>
          <p:nvPr/>
        </p:nvGrpSpPr>
        <p:grpSpPr>
          <a:xfrm>
            <a:off x="3435300" y="3111664"/>
            <a:ext cx="806700" cy="780097"/>
            <a:chOff x="713875" y="1288264"/>
            <a:chExt cx="806700" cy="780097"/>
          </a:xfrm>
        </p:grpSpPr>
        <p:sp>
          <p:nvSpPr>
            <p:cNvPr id="985" name="Google Shape;985;p44"/>
            <p:cNvSpPr/>
            <p:nvPr/>
          </p:nvSpPr>
          <p:spPr>
            <a:xfrm>
              <a:off x="714406" y="2025161"/>
              <a:ext cx="806100" cy="43200"/>
            </a:xfrm>
            <a:prstGeom prst="rect">
              <a:avLst/>
            </a:prstGeom>
            <a:solidFill>
              <a:srgbClr val="17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6" name="Google Shape;986;p44"/>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87" name="Google Shape;987;p44"/>
          <p:cNvSpPr txBox="1"/>
          <p:nvPr>
            <p:ph type="title"/>
          </p:nvPr>
        </p:nvSpPr>
        <p:spPr>
          <a:xfrm>
            <a:off x="3435300" y="3892838"/>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988" name="Google Shape;988;p44"/>
          <p:cNvSpPr txBox="1"/>
          <p:nvPr>
            <p:ph idx="4" type="title"/>
          </p:nvPr>
        </p:nvSpPr>
        <p:spPr>
          <a:xfrm>
            <a:off x="3435300" y="4358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989" name="Google Shape;989;p44"/>
          <p:cNvSpPr txBox="1"/>
          <p:nvPr>
            <p:ph idx="5" type="title"/>
          </p:nvPr>
        </p:nvSpPr>
        <p:spPr>
          <a:xfrm>
            <a:off x="3435300" y="453893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sp>
        <p:nvSpPr>
          <p:cNvPr id="990" name="Google Shape;990;p44"/>
          <p:cNvSpPr txBox="1"/>
          <p:nvPr>
            <p:ph idx="6" type="title"/>
          </p:nvPr>
        </p:nvSpPr>
        <p:spPr>
          <a:xfrm>
            <a:off x="3435300" y="408342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grpSp>
        <p:nvGrpSpPr>
          <p:cNvPr id="991" name="Google Shape;991;p44"/>
          <p:cNvGrpSpPr/>
          <p:nvPr/>
        </p:nvGrpSpPr>
        <p:grpSpPr>
          <a:xfrm>
            <a:off x="552300" y="3111664"/>
            <a:ext cx="806700" cy="780097"/>
            <a:chOff x="713875" y="1288264"/>
            <a:chExt cx="806700" cy="780097"/>
          </a:xfrm>
        </p:grpSpPr>
        <p:sp>
          <p:nvSpPr>
            <p:cNvPr id="992" name="Google Shape;992;p44"/>
            <p:cNvSpPr/>
            <p:nvPr/>
          </p:nvSpPr>
          <p:spPr>
            <a:xfrm>
              <a:off x="714406" y="2025161"/>
              <a:ext cx="806100" cy="43200"/>
            </a:xfrm>
            <a:prstGeom prst="rect">
              <a:avLst/>
            </a:prstGeom>
            <a:solidFill>
              <a:srgbClr val="FF78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3" name="Google Shape;993;p44"/>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94" name="Google Shape;994;p44"/>
          <p:cNvSpPr txBox="1"/>
          <p:nvPr>
            <p:ph idx="7" type="title"/>
          </p:nvPr>
        </p:nvSpPr>
        <p:spPr>
          <a:xfrm>
            <a:off x="552300" y="3892838"/>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995" name="Google Shape;995;p44"/>
          <p:cNvSpPr txBox="1"/>
          <p:nvPr>
            <p:ph idx="8" type="title"/>
          </p:nvPr>
        </p:nvSpPr>
        <p:spPr>
          <a:xfrm>
            <a:off x="552300" y="4358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996" name="Google Shape;996;p44"/>
          <p:cNvSpPr txBox="1"/>
          <p:nvPr>
            <p:ph idx="9" type="title"/>
          </p:nvPr>
        </p:nvSpPr>
        <p:spPr>
          <a:xfrm>
            <a:off x="552300" y="453893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sp>
        <p:nvSpPr>
          <p:cNvPr id="997" name="Google Shape;997;p44"/>
          <p:cNvSpPr txBox="1"/>
          <p:nvPr>
            <p:ph idx="13" type="title"/>
          </p:nvPr>
        </p:nvSpPr>
        <p:spPr>
          <a:xfrm>
            <a:off x="552300" y="408342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grpSp>
        <p:nvGrpSpPr>
          <p:cNvPr id="998" name="Google Shape;998;p44"/>
          <p:cNvGrpSpPr/>
          <p:nvPr/>
        </p:nvGrpSpPr>
        <p:grpSpPr>
          <a:xfrm>
            <a:off x="6318300" y="3111664"/>
            <a:ext cx="806700" cy="780097"/>
            <a:chOff x="713875" y="1288264"/>
            <a:chExt cx="806700" cy="780097"/>
          </a:xfrm>
        </p:grpSpPr>
        <p:sp>
          <p:nvSpPr>
            <p:cNvPr id="999" name="Google Shape;999;p44"/>
            <p:cNvSpPr/>
            <p:nvPr/>
          </p:nvSpPr>
          <p:spPr>
            <a:xfrm>
              <a:off x="714406" y="2025161"/>
              <a:ext cx="806100" cy="43200"/>
            </a:xfrm>
            <a:prstGeom prst="rect">
              <a:avLst/>
            </a:prstGeom>
            <a:solidFill>
              <a:srgbClr val="2AB6B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0" name="Google Shape;1000;p44"/>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01" name="Google Shape;1001;p44"/>
          <p:cNvSpPr txBox="1"/>
          <p:nvPr>
            <p:ph idx="14" type="title"/>
          </p:nvPr>
        </p:nvSpPr>
        <p:spPr>
          <a:xfrm>
            <a:off x="6318300" y="3892838"/>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1002" name="Google Shape;1002;p44"/>
          <p:cNvSpPr txBox="1"/>
          <p:nvPr>
            <p:ph idx="15" type="title"/>
          </p:nvPr>
        </p:nvSpPr>
        <p:spPr>
          <a:xfrm>
            <a:off x="6318300" y="4358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1003" name="Google Shape;1003;p44"/>
          <p:cNvSpPr txBox="1"/>
          <p:nvPr>
            <p:ph idx="16" type="title"/>
          </p:nvPr>
        </p:nvSpPr>
        <p:spPr>
          <a:xfrm>
            <a:off x="6318300" y="453893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sp>
        <p:nvSpPr>
          <p:cNvPr id="1004" name="Google Shape;1004;p44"/>
          <p:cNvSpPr txBox="1"/>
          <p:nvPr>
            <p:ph idx="17" type="title"/>
          </p:nvPr>
        </p:nvSpPr>
        <p:spPr>
          <a:xfrm>
            <a:off x="6318300" y="408342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grpSp>
        <p:nvGrpSpPr>
          <p:cNvPr id="1005" name="Google Shape;1005;p44"/>
          <p:cNvGrpSpPr/>
          <p:nvPr/>
        </p:nvGrpSpPr>
        <p:grpSpPr>
          <a:xfrm>
            <a:off x="3435300" y="1332664"/>
            <a:ext cx="806700" cy="780097"/>
            <a:chOff x="713875" y="1288264"/>
            <a:chExt cx="806700" cy="780097"/>
          </a:xfrm>
        </p:grpSpPr>
        <p:sp>
          <p:nvSpPr>
            <p:cNvPr id="1006" name="Google Shape;1006;p44"/>
            <p:cNvSpPr/>
            <p:nvPr/>
          </p:nvSpPr>
          <p:spPr>
            <a:xfrm>
              <a:off x="714406" y="2025161"/>
              <a:ext cx="806100" cy="43200"/>
            </a:xfrm>
            <a:prstGeom prst="rect">
              <a:avLst/>
            </a:prstGeom>
            <a:solidFill>
              <a:srgbClr val="2AB6B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7" name="Google Shape;1007;p44"/>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08" name="Google Shape;1008;p44"/>
          <p:cNvSpPr txBox="1"/>
          <p:nvPr>
            <p:ph idx="18" type="title"/>
          </p:nvPr>
        </p:nvSpPr>
        <p:spPr>
          <a:xfrm>
            <a:off x="3435300" y="2113838"/>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1009" name="Google Shape;1009;p44"/>
          <p:cNvSpPr txBox="1"/>
          <p:nvPr>
            <p:ph idx="19" type="title"/>
          </p:nvPr>
        </p:nvSpPr>
        <p:spPr>
          <a:xfrm>
            <a:off x="3435300" y="2579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1010" name="Google Shape;1010;p44"/>
          <p:cNvSpPr txBox="1"/>
          <p:nvPr>
            <p:ph idx="20" type="title"/>
          </p:nvPr>
        </p:nvSpPr>
        <p:spPr>
          <a:xfrm>
            <a:off x="3435300" y="275993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sp>
        <p:nvSpPr>
          <p:cNvPr id="1011" name="Google Shape;1011;p44"/>
          <p:cNvSpPr txBox="1"/>
          <p:nvPr>
            <p:ph idx="21" type="title"/>
          </p:nvPr>
        </p:nvSpPr>
        <p:spPr>
          <a:xfrm>
            <a:off x="3435300" y="230442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grpSp>
        <p:nvGrpSpPr>
          <p:cNvPr id="1012" name="Google Shape;1012;p44"/>
          <p:cNvGrpSpPr/>
          <p:nvPr/>
        </p:nvGrpSpPr>
        <p:grpSpPr>
          <a:xfrm>
            <a:off x="552300" y="1332664"/>
            <a:ext cx="806700" cy="780097"/>
            <a:chOff x="713875" y="1288264"/>
            <a:chExt cx="806700" cy="780097"/>
          </a:xfrm>
        </p:grpSpPr>
        <p:sp>
          <p:nvSpPr>
            <p:cNvPr id="1013" name="Google Shape;1013;p44"/>
            <p:cNvSpPr/>
            <p:nvPr/>
          </p:nvSpPr>
          <p:spPr>
            <a:xfrm>
              <a:off x="714406" y="2025161"/>
              <a:ext cx="806100" cy="432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solidFill>
                  <a:srgbClr val="1795D4"/>
                </a:solidFill>
              </a:endParaRPr>
            </a:p>
          </p:txBody>
        </p:sp>
        <p:sp>
          <p:nvSpPr>
            <p:cNvPr id="1014" name="Google Shape;1014;p44"/>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15" name="Google Shape;1015;p44"/>
          <p:cNvSpPr txBox="1"/>
          <p:nvPr>
            <p:ph idx="22" type="title"/>
          </p:nvPr>
        </p:nvSpPr>
        <p:spPr>
          <a:xfrm>
            <a:off x="552300" y="2113838"/>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1016" name="Google Shape;1016;p44"/>
          <p:cNvSpPr txBox="1"/>
          <p:nvPr>
            <p:ph idx="23" type="title"/>
          </p:nvPr>
        </p:nvSpPr>
        <p:spPr>
          <a:xfrm>
            <a:off x="552300" y="2579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1017" name="Google Shape;1017;p44"/>
          <p:cNvSpPr txBox="1"/>
          <p:nvPr>
            <p:ph idx="24" type="title"/>
          </p:nvPr>
        </p:nvSpPr>
        <p:spPr>
          <a:xfrm>
            <a:off x="552300" y="275993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sp>
        <p:nvSpPr>
          <p:cNvPr id="1018" name="Google Shape;1018;p44"/>
          <p:cNvSpPr txBox="1"/>
          <p:nvPr>
            <p:ph idx="25" type="title"/>
          </p:nvPr>
        </p:nvSpPr>
        <p:spPr>
          <a:xfrm>
            <a:off x="552300" y="230442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grpSp>
        <p:nvGrpSpPr>
          <p:cNvPr id="1019" name="Google Shape;1019;p44"/>
          <p:cNvGrpSpPr/>
          <p:nvPr/>
        </p:nvGrpSpPr>
        <p:grpSpPr>
          <a:xfrm>
            <a:off x="6318300" y="1332664"/>
            <a:ext cx="806700" cy="780097"/>
            <a:chOff x="713875" y="1288264"/>
            <a:chExt cx="806700" cy="780097"/>
          </a:xfrm>
        </p:grpSpPr>
        <p:sp>
          <p:nvSpPr>
            <p:cNvPr id="1020" name="Google Shape;1020;p44"/>
            <p:cNvSpPr/>
            <p:nvPr/>
          </p:nvSpPr>
          <p:spPr>
            <a:xfrm>
              <a:off x="714406" y="2025161"/>
              <a:ext cx="806100" cy="43200"/>
            </a:xfrm>
            <a:prstGeom prst="rect">
              <a:avLst/>
            </a:prstGeom>
            <a:solidFill>
              <a:srgbClr val="FF78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1" name="Google Shape;1021;p44"/>
            <p:cNvSpPr/>
            <p:nvPr/>
          </p:nvSpPr>
          <p:spPr>
            <a:xfrm>
              <a:off x="713875" y="1288264"/>
              <a:ext cx="806700" cy="73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22" name="Google Shape;1022;p44"/>
          <p:cNvSpPr txBox="1"/>
          <p:nvPr>
            <p:ph idx="26" type="title"/>
          </p:nvPr>
        </p:nvSpPr>
        <p:spPr>
          <a:xfrm>
            <a:off x="6318300" y="2113838"/>
            <a:ext cx="22734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1pPr>
            <a:lvl2pPr lvl="1">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000"/>
              <a:buFont typeface="Lexend SemiBold"/>
              <a:buNone/>
              <a:defRPr sz="1000">
                <a:solidFill>
                  <a:schemeClr val="lt1"/>
                </a:solidFill>
                <a:latin typeface="Lexend SemiBold"/>
                <a:ea typeface="Lexend SemiBold"/>
                <a:cs typeface="Lexend SemiBold"/>
                <a:sym typeface="Lexend SemiBold"/>
              </a:defRPr>
            </a:lvl9pPr>
          </a:lstStyle>
          <a:p/>
        </p:txBody>
      </p:sp>
      <p:sp>
        <p:nvSpPr>
          <p:cNvPr id="1023" name="Google Shape;1023;p44"/>
          <p:cNvSpPr txBox="1"/>
          <p:nvPr>
            <p:ph idx="27" type="title"/>
          </p:nvPr>
        </p:nvSpPr>
        <p:spPr>
          <a:xfrm>
            <a:off x="6318300" y="2579313"/>
            <a:ext cx="2069700" cy="189300"/>
          </a:xfrm>
          <a:prstGeom prst="rect">
            <a:avLst/>
          </a:prstGeom>
        </p:spPr>
        <p:txBody>
          <a:bodyPr anchorCtr="0" anchor="ctr" bIns="0" lIns="0" spcFirstLastPara="1" rIns="0" wrap="square" tIns="0">
            <a:normAutofit/>
          </a:bodyPr>
          <a:lstStyle>
            <a:lvl1pPr lvl="0">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1pPr>
            <a:lvl2pPr lvl="1">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2pPr>
            <a:lvl3pPr lvl="2">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3pPr>
            <a:lvl4pPr lvl="3">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4pPr>
            <a:lvl5pPr lvl="4">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5pPr>
            <a:lvl6pPr lvl="5">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6pPr>
            <a:lvl7pPr lvl="6">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7pPr>
            <a:lvl8pPr lvl="7">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8pPr>
            <a:lvl9pPr lvl="8">
              <a:spcBef>
                <a:spcPts val="0"/>
              </a:spcBef>
              <a:spcAft>
                <a:spcPts val="0"/>
              </a:spcAft>
              <a:buClr>
                <a:srgbClr val="1F95D3"/>
              </a:buClr>
              <a:buSzPts val="1000"/>
              <a:buFont typeface="Lexend Light"/>
              <a:buNone/>
              <a:defRPr sz="1000" u="sng">
                <a:solidFill>
                  <a:srgbClr val="1F95D3"/>
                </a:solidFill>
                <a:latin typeface="Lexend Light"/>
                <a:ea typeface="Lexend Light"/>
                <a:cs typeface="Lexend Light"/>
                <a:sym typeface="Lexend Light"/>
              </a:defRPr>
            </a:lvl9pPr>
          </a:lstStyle>
          <a:p/>
        </p:txBody>
      </p:sp>
      <p:sp>
        <p:nvSpPr>
          <p:cNvPr id="1024" name="Google Shape;1024;p44"/>
          <p:cNvSpPr txBox="1"/>
          <p:nvPr>
            <p:ph idx="28" type="title"/>
          </p:nvPr>
        </p:nvSpPr>
        <p:spPr>
          <a:xfrm>
            <a:off x="6318300" y="2759938"/>
            <a:ext cx="2069700" cy="1893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1pPr>
            <a:lvl2pPr lvl="1">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2pPr>
            <a:lvl3pPr lvl="2">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3pPr>
            <a:lvl4pPr lvl="3">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4pPr>
            <a:lvl5pPr lvl="4">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5pPr>
            <a:lvl6pPr lvl="5">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6pPr>
            <a:lvl7pPr lvl="6">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7pPr>
            <a:lvl8pPr lvl="7">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8pPr>
            <a:lvl9pPr lvl="8">
              <a:spcBef>
                <a:spcPts val="0"/>
              </a:spcBef>
              <a:spcAft>
                <a:spcPts val="0"/>
              </a:spcAft>
              <a:buClr>
                <a:schemeClr val="lt1"/>
              </a:buClr>
              <a:buSzPts val="1000"/>
              <a:buFont typeface="Lexend Light"/>
              <a:buNone/>
              <a:defRPr sz="1000">
                <a:solidFill>
                  <a:schemeClr val="lt1"/>
                </a:solidFill>
                <a:latin typeface="Lexend Light"/>
                <a:ea typeface="Lexend Light"/>
                <a:cs typeface="Lexend Light"/>
                <a:sym typeface="Lexend Light"/>
              </a:defRPr>
            </a:lvl9pPr>
          </a:lstStyle>
          <a:p/>
        </p:txBody>
      </p:sp>
      <p:sp>
        <p:nvSpPr>
          <p:cNvPr id="1025" name="Google Shape;1025;p44"/>
          <p:cNvSpPr txBox="1"/>
          <p:nvPr>
            <p:ph idx="29" type="title"/>
          </p:nvPr>
        </p:nvSpPr>
        <p:spPr>
          <a:xfrm>
            <a:off x="6318300" y="2304425"/>
            <a:ext cx="2069700" cy="2781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1pPr>
            <a:lvl2pPr lvl="1">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2pPr>
            <a:lvl3pPr lvl="2">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3pPr>
            <a:lvl4pPr lvl="3">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4pPr>
            <a:lvl5pPr lvl="4">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5pPr>
            <a:lvl6pPr lvl="5">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6pPr>
            <a:lvl7pPr lvl="6">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7pPr>
            <a:lvl8pPr lvl="7">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8pPr>
            <a:lvl9pPr lvl="8">
              <a:spcBef>
                <a:spcPts val="0"/>
              </a:spcBef>
              <a:spcAft>
                <a:spcPts val="0"/>
              </a:spcAft>
              <a:buClr>
                <a:schemeClr val="lt1"/>
              </a:buClr>
              <a:buSzPts val="1000"/>
              <a:buFont typeface="Lexend"/>
              <a:buNone/>
              <a:defRPr sz="1000">
                <a:solidFill>
                  <a:schemeClr val="lt1"/>
                </a:solidFill>
                <a:latin typeface="Lexend"/>
                <a:ea typeface="Lexend"/>
                <a:cs typeface="Lexend"/>
                <a:sym typeface="Lexend"/>
              </a:defRPr>
            </a:lvl9pPr>
          </a:lstStyle>
          <a:p/>
        </p:txBody>
      </p:sp>
      <p:sp>
        <p:nvSpPr>
          <p:cNvPr id="1026" name="Google Shape;1026;p44"/>
          <p:cNvSpPr txBox="1"/>
          <p:nvPr/>
        </p:nvSpPr>
        <p:spPr>
          <a:xfrm>
            <a:off x="522341" y="647550"/>
            <a:ext cx="58452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chemeClr val="lt1"/>
                </a:solidFill>
                <a:latin typeface="Lexend"/>
                <a:ea typeface="Lexend"/>
                <a:cs typeface="Lexend"/>
                <a:sym typeface="Lexend"/>
              </a:rPr>
              <a:t>Contact the team</a:t>
            </a:r>
            <a:endParaRPr sz="3500">
              <a:solidFill>
                <a:schemeClr val="lt1"/>
              </a:solidFill>
              <a:latin typeface="Lexend"/>
              <a:ea typeface="Lexend"/>
              <a:cs typeface="Lexend"/>
              <a:sym typeface="Lexend"/>
            </a:endParaRPr>
          </a:p>
        </p:txBody>
      </p:sp>
      <p:sp>
        <p:nvSpPr>
          <p:cNvPr id="1027" name="Google Shape;1027;p44"/>
          <p:cNvSpPr txBox="1"/>
          <p:nvPr>
            <p:ph idx="30" type="title"/>
          </p:nvPr>
        </p:nvSpPr>
        <p:spPr>
          <a:xfrm>
            <a:off x="540000" y="483475"/>
            <a:ext cx="4584600" cy="1986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200"/>
              <a:buFont typeface="Lexend"/>
              <a:buNone/>
              <a:defRPr sz="1200">
                <a:solidFill>
                  <a:schemeClr val="lt1"/>
                </a:solidFill>
                <a:latin typeface="Lexend"/>
                <a:ea typeface="Lexend"/>
                <a:cs typeface="Lexend"/>
                <a:sym typeface="Lexend"/>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page - 01">
  <p:cSld name="CUSTOM">
    <p:spTree>
      <p:nvGrpSpPr>
        <p:cNvPr id="1028" name="Shape 1028"/>
        <p:cNvGrpSpPr/>
        <p:nvPr/>
      </p:nvGrpSpPr>
      <p:grpSpPr>
        <a:xfrm>
          <a:off x="0" y="0"/>
          <a:ext cx="0" cy="0"/>
          <a:chOff x="0" y="0"/>
          <a:chExt cx="0" cy="0"/>
        </a:xfrm>
      </p:grpSpPr>
      <p:pic>
        <p:nvPicPr>
          <p:cNvPr id="1029" name="Google Shape;1029;p45"/>
          <p:cNvPicPr preferRelativeResize="0"/>
          <p:nvPr/>
        </p:nvPicPr>
        <p:blipFill rotWithShape="1">
          <a:blip r:embed="rId2">
            <a:alphaModFix/>
          </a:blip>
          <a:srcRect b="6223" l="40700" r="26512" t="22333"/>
          <a:stretch/>
        </p:blipFill>
        <p:spPr>
          <a:xfrm>
            <a:off x="397678" y="1148750"/>
            <a:ext cx="2443425" cy="3674700"/>
          </a:xfrm>
          <a:prstGeom prst="rect">
            <a:avLst/>
          </a:prstGeom>
          <a:noFill/>
          <a:ln>
            <a:noFill/>
          </a:ln>
        </p:spPr>
      </p:pic>
      <p:grpSp>
        <p:nvGrpSpPr>
          <p:cNvPr id="1030" name="Google Shape;1030;p45"/>
          <p:cNvGrpSpPr/>
          <p:nvPr/>
        </p:nvGrpSpPr>
        <p:grpSpPr>
          <a:xfrm>
            <a:off x="-1" y="-19"/>
            <a:ext cx="704286" cy="5143552"/>
            <a:chOff x="360000" y="360000"/>
            <a:chExt cx="446146" cy="3258300"/>
          </a:xfrm>
        </p:grpSpPr>
        <p:sp>
          <p:nvSpPr>
            <p:cNvPr id="1031" name="Google Shape;1031;p45"/>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2" name="Google Shape;1032;p45"/>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3" name="Google Shape;1033;p45"/>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34" name="Google Shape;1034;p45"/>
          <p:cNvSpPr/>
          <p:nvPr/>
        </p:nvSpPr>
        <p:spPr>
          <a:xfrm>
            <a:off x="2841103" y="1148675"/>
            <a:ext cx="6017100" cy="3674700"/>
          </a:xfrm>
          <a:prstGeom prst="rect">
            <a:avLst/>
          </a:prstGeom>
          <a:solidFill>
            <a:srgbClr val="F8F9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5" name="Google Shape;1035;p45"/>
          <p:cNvSpPr txBox="1"/>
          <p:nvPr/>
        </p:nvSpPr>
        <p:spPr>
          <a:xfrm>
            <a:off x="1447776" y="239975"/>
            <a:ext cx="5763600" cy="6177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1800">
                <a:solidFill>
                  <a:srgbClr val="0F618C"/>
                </a:solidFill>
                <a:latin typeface="Lexend"/>
                <a:ea typeface="Lexend"/>
                <a:cs typeface="Lexend"/>
                <a:sym typeface="Lexend"/>
              </a:rPr>
              <a:t>Moving from on-premise monoliths to many digital services on paved roads.</a:t>
            </a:r>
            <a:endParaRPr sz="1800">
              <a:solidFill>
                <a:srgbClr val="196B98"/>
              </a:solidFill>
              <a:latin typeface="Lexend"/>
              <a:ea typeface="Lexend"/>
              <a:cs typeface="Lexend"/>
              <a:sym typeface="Lexend"/>
            </a:endParaRPr>
          </a:p>
        </p:txBody>
      </p:sp>
      <p:pic>
        <p:nvPicPr>
          <p:cNvPr id="1036" name="Google Shape;1036;p45"/>
          <p:cNvPicPr preferRelativeResize="0"/>
          <p:nvPr/>
        </p:nvPicPr>
        <p:blipFill>
          <a:blip r:embed="rId3">
            <a:alphaModFix/>
          </a:blip>
          <a:stretch>
            <a:fillRect/>
          </a:stretch>
        </p:blipFill>
        <p:spPr>
          <a:xfrm>
            <a:off x="397678" y="356185"/>
            <a:ext cx="803982" cy="507025"/>
          </a:xfrm>
          <a:prstGeom prst="rect">
            <a:avLst/>
          </a:prstGeom>
          <a:noFill/>
          <a:ln>
            <a:noFill/>
          </a:ln>
        </p:spPr>
      </p:pic>
      <p:sp>
        <p:nvSpPr>
          <p:cNvPr id="1037" name="Google Shape;1037;p45"/>
          <p:cNvSpPr/>
          <p:nvPr/>
        </p:nvSpPr>
        <p:spPr>
          <a:xfrm>
            <a:off x="2841103" y="1148750"/>
            <a:ext cx="2151900" cy="3674700"/>
          </a:xfrm>
          <a:prstGeom prst="rect">
            <a:avLst/>
          </a:prstGeom>
          <a:solidFill>
            <a:srgbClr val="1A54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8" name="Google Shape;1038;p45"/>
          <p:cNvSpPr txBox="1"/>
          <p:nvPr/>
        </p:nvSpPr>
        <p:spPr>
          <a:xfrm>
            <a:off x="2995853" y="1328069"/>
            <a:ext cx="1836000" cy="304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Lexend"/>
              <a:buNone/>
            </a:pPr>
            <a:r>
              <a:rPr lang="en-GB" sz="1000">
                <a:solidFill>
                  <a:schemeClr val="lt1"/>
                </a:solidFill>
                <a:latin typeface="Lexend"/>
                <a:ea typeface="Lexend"/>
                <a:cs typeface="Lexend"/>
                <a:sym typeface="Lexend"/>
              </a:rPr>
              <a:t>JL&amp;P realised their existing technology landscape prevented modernisation. They needed to transform johnlewis.com, to enable rapid delivery of new, differentiating products to customers. </a:t>
            </a:r>
            <a:endParaRPr sz="1000">
              <a:solidFill>
                <a:schemeClr val="lt1"/>
              </a:solidFill>
              <a:latin typeface="Lexend"/>
              <a:ea typeface="Lexend"/>
              <a:cs typeface="Lexend"/>
              <a:sym typeface="Lexend"/>
            </a:endParaRPr>
          </a:p>
          <a:p>
            <a:pPr indent="0" lvl="0" marL="0" rtl="0" algn="l">
              <a:lnSpc>
                <a:spcPct val="115000"/>
              </a:lnSpc>
              <a:spcBef>
                <a:spcPts val="0"/>
              </a:spcBef>
              <a:spcAft>
                <a:spcPts val="0"/>
              </a:spcAft>
              <a:buClr>
                <a:srgbClr val="000000"/>
              </a:buClr>
              <a:buSzPts val="1100"/>
              <a:buFont typeface="Lexend"/>
              <a:buNone/>
            </a:pPr>
            <a:r>
              <a:t/>
            </a:r>
            <a:endParaRPr sz="1000">
              <a:solidFill>
                <a:schemeClr val="lt1"/>
              </a:solidFill>
              <a:latin typeface="Lexend"/>
              <a:ea typeface="Lexend"/>
              <a:cs typeface="Lexend"/>
              <a:sym typeface="Lexend"/>
            </a:endParaRPr>
          </a:p>
          <a:p>
            <a:pPr indent="0" lvl="0" marL="0" rtl="0" algn="l">
              <a:lnSpc>
                <a:spcPct val="115000"/>
              </a:lnSpc>
              <a:spcBef>
                <a:spcPts val="0"/>
              </a:spcBef>
              <a:spcAft>
                <a:spcPts val="0"/>
              </a:spcAft>
              <a:buClr>
                <a:srgbClr val="000000"/>
              </a:buClr>
              <a:buSzPts val="1100"/>
              <a:buFont typeface="Lexend"/>
              <a:buNone/>
            </a:pPr>
            <a:r>
              <a:rPr lang="en-GB" sz="1000">
                <a:solidFill>
                  <a:schemeClr val="lt1"/>
                </a:solidFill>
                <a:latin typeface="Lexend"/>
                <a:ea typeface="Lexend"/>
                <a:cs typeface="Lexend"/>
                <a:sym typeface="Lexend"/>
              </a:rPr>
              <a:t>A team of EE and JL&amp;P engineers built an award winning digital platform. It provides opinionated, best-in-class paved roads, so teams can deliver and operate new propositions via You Build It You Run It.</a:t>
            </a:r>
            <a:endParaRPr sz="1100">
              <a:solidFill>
                <a:schemeClr val="lt1"/>
              </a:solidFill>
              <a:latin typeface="Lexend Light"/>
              <a:ea typeface="Lexend Light"/>
              <a:cs typeface="Lexend Light"/>
              <a:sym typeface="Lexend Light"/>
            </a:endParaRPr>
          </a:p>
        </p:txBody>
      </p:sp>
      <p:sp>
        <p:nvSpPr>
          <p:cNvPr id="1039" name="Google Shape;1039;p45"/>
          <p:cNvSpPr txBox="1"/>
          <p:nvPr/>
        </p:nvSpPr>
        <p:spPr>
          <a:xfrm>
            <a:off x="5210828" y="1287870"/>
            <a:ext cx="3433200" cy="3193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1000">
                <a:solidFill>
                  <a:srgbClr val="1A547E"/>
                </a:solidFill>
                <a:latin typeface="Lexend SemiBold"/>
                <a:ea typeface="Lexend SemiBold"/>
                <a:cs typeface="Lexend SemiBold"/>
                <a:sym typeface="Lexend SemiBold"/>
              </a:rPr>
              <a:t>Outcomes</a:t>
            </a:r>
            <a:endParaRPr sz="1000">
              <a:solidFill>
                <a:srgbClr val="1A547E"/>
              </a:solidFill>
              <a:latin typeface="Lexend SemiBold"/>
              <a:ea typeface="Lexend SemiBold"/>
              <a:cs typeface="Lexend SemiBold"/>
              <a:sym typeface="Lexend SemiBold"/>
            </a:endParaRPr>
          </a:p>
          <a:p>
            <a:pPr indent="-292100" lvl="0" marL="457200" rtl="0" algn="l">
              <a:lnSpc>
                <a:spcPct val="115000"/>
              </a:lnSpc>
              <a:spcBef>
                <a:spcPts val="1000"/>
              </a:spcBef>
              <a:spcAft>
                <a:spcPts val="0"/>
              </a:spcAft>
              <a:buClr>
                <a:srgbClr val="3CC0BC"/>
              </a:buClr>
              <a:buSzPts val="1000"/>
              <a:buFont typeface="Lato Light"/>
              <a:buChar char="■"/>
            </a:pPr>
            <a:r>
              <a:rPr lang="en-GB" sz="1000">
                <a:solidFill>
                  <a:srgbClr val="1A1A1A"/>
                </a:solidFill>
                <a:latin typeface="Lexend Light"/>
                <a:ea typeface="Lexend Light"/>
                <a:cs typeface="Lexend Light"/>
                <a:sym typeface="Lexend Light"/>
              </a:rPr>
              <a:t>Increased pace of change. Deployments have increased from 10 per year to 4000. The average live-to-customer timescale is now 90 days, instead of a year or more.</a:t>
            </a:r>
            <a:endParaRPr sz="1000">
              <a:solidFill>
                <a:srgbClr val="666666"/>
              </a:solidFill>
              <a:latin typeface="Lexend Light"/>
              <a:ea typeface="Lexend Light"/>
              <a:cs typeface="Lexend Light"/>
              <a:sym typeface="Lexend Light"/>
            </a:endParaRPr>
          </a:p>
          <a:p>
            <a:pPr indent="-292100" lvl="0" marL="457200" rtl="0" algn="l">
              <a:lnSpc>
                <a:spcPct val="115000"/>
              </a:lnSpc>
              <a:spcBef>
                <a:spcPts val="1000"/>
              </a:spcBef>
              <a:spcAft>
                <a:spcPts val="0"/>
              </a:spcAft>
              <a:buClr>
                <a:srgbClr val="3CC0BC"/>
              </a:buClr>
              <a:buSzPts val="1000"/>
              <a:buFont typeface="Lato Light"/>
              <a:buChar char="■"/>
            </a:pPr>
            <a:r>
              <a:rPr lang="en-GB" sz="1000">
                <a:solidFill>
                  <a:srgbClr val="1A1A1A"/>
                </a:solidFill>
                <a:latin typeface="Lexend Light"/>
                <a:ea typeface="Lexend Light"/>
                <a:cs typeface="Lexend Light"/>
                <a:sym typeface="Lexend Light"/>
              </a:rPr>
              <a:t>Resilient and secure platform. Incidents have decreased, and time to restore is minutes not hours. Black Friday is now treated like a normal business operation</a:t>
            </a:r>
            <a:r>
              <a:rPr lang="en-GB" sz="1000">
                <a:solidFill>
                  <a:srgbClr val="666666"/>
                </a:solidFill>
                <a:latin typeface="Lexend Light"/>
                <a:ea typeface="Lexend Light"/>
                <a:cs typeface="Lexend Light"/>
                <a:sym typeface="Lexend Light"/>
              </a:rPr>
              <a:t>.</a:t>
            </a:r>
            <a:endParaRPr sz="1000">
              <a:solidFill>
                <a:srgbClr val="666666"/>
              </a:solidFill>
              <a:latin typeface="Lexend Light"/>
              <a:ea typeface="Lexend Light"/>
              <a:cs typeface="Lexend Light"/>
              <a:sym typeface="Lexend Light"/>
            </a:endParaRPr>
          </a:p>
          <a:p>
            <a:pPr indent="-292100" lvl="0" marL="457200" rtl="0" algn="l">
              <a:lnSpc>
                <a:spcPct val="115000"/>
              </a:lnSpc>
              <a:spcBef>
                <a:spcPts val="1000"/>
              </a:spcBef>
              <a:spcAft>
                <a:spcPts val="0"/>
              </a:spcAft>
              <a:buClr>
                <a:srgbClr val="3CC0BC"/>
              </a:buClr>
              <a:buSzPts val="1000"/>
              <a:buFont typeface="Lato Light"/>
              <a:buChar char="■"/>
            </a:pPr>
            <a:r>
              <a:rPr lang="en-GB" sz="1000">
                <a:solidFill>
                  <a:srgbClr val="1A1A1A"/>
                </a:solidFill>
                <a:latin typeface="Lexend Light"/>
                <a:ea typeface="Lexend Light"/>
                <a:cs typeface="Lexend Light"/>
                <a:sym typeface="Lexend Light"/>
              </a:rPr>
              <a:t>Upskilling opportunities. JL&amp;P employees have learned new skills in product management, delivery leadership, and platform engineering from EE consultants</a:t>
            </a:r>
            <a:r>
              <a:rPr lang="en-GB" sz="1000">
                <a:solidFill>
                  <a:srgbClr val="666666"/>
                </a:solidFill>
                <a:latin typeface="Lexend Light"/>
                <a:ea typeface="Lexend Light"/>
                <a:cs typeface="Lexend Light"/>
                <a:sym typeface="Lexend Light"/>
              </a:rPr>
              <a:t>. </a:t>
            </a:r>
            <a:endParaRPr sz="1000">
              <a:solidFill>
                <a:srgbClr val="222222"/>
              </a:solidFill>
              <a:latin typeface="Lexend Light"/>
              <a:ea typeface="Lexend Light"/>
              <a:cs typeface="Lexend Light"/>
              <a:sym typeface="Lexend Light"/>
            </a:endParaRPr>
          </a:p>
          <a:p>
            <a:pPr indent="0" lvl="0" marL="0" rtl="0" algn="l">
              <a:lnSpc>
                <a:spcPct val="115000"/>
              </a:lnSpc>
              <a:spcBef>
                <a:spcPts val="0"/>
              </a:spcBef>
              <a:spcAft>
                <a:spcPts val="0"/>
              </a:spcAft>
              <a:buNone/>
            </a:pPr>
            <a:br>
              <a:rPr lang="en-GB" sz="1000">
                <a:solidFill>
                  <a:srgbClr val="222222"/>
                </a:solidFill>
                <a:latin typeface="Lexend Light"/>
                <a:ea typeface="Lexend Light"/>
                <a:cs typeface="Lexend Light"/>
                <a:sym typeface="Lexend Light"/>
              </a:rPr>
            </a:br>
            <a:r>
              <a:rPr lang="en-GB" sz="1000">
                <a:solidFill>
                  <a:srgbClr val="222222"/>
                </a:solidFill>
                <a:latin typeface="Lexend Light"/>
                <a:ea typeface="Lexend Light"/>
                <a:cs typeface="Lexend Light"/>
                <a:sym typeface="Lexend Light"/>
              </a:rPr>
              <a:t>At a scale of 40 teams, 70 services, and 150 microservices, built on top of GCP.</a:t>
            </a:r>
            <a:endParaRPr sz="1000">
              <a:solidFill>
                <a:srgbClr val="222222"/>
              </a:solidFill>
              <a:latin typeface="Lexend Light"/>
              <a:ea typeface="Lexend Light"/>
              <a:cs typeface="Lexend Light"/>
              <a:sym typeface="Lexend Light"/>
            </a:endParaRPr>
          </a:p>
        </p:txBody>
      </p:sp>
      <p:sp>
        <p:nvSpPr>
          <p:cNvPr id="1040" name="Google Shape;1040;p45"/>
          <p:cNvSpPr/>
          <p:nvPr/>
        </p:nvSpPr>
        <p:spPr>
          <a:xfrm rot="2700000">
            <a:off x="8251292" y="-95856"/>
            <a:ext cx="1326249" cy="652518"/>
          </a:xfrm>
          <a:prstGeom prst="triangle">
            <a:avLst>
              <a:gd fmla="val 50000" name="adj"/>
            </a:avLst>
          </a:prstGeom>
          <a:solidFill>
            <a:srgbClr val="3CC0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1" name="Google Shape;1041;p45"/>
          <p:cNvSpPr txBox="1"/>
          <p:nvPr/>
        </p:nvSpPr>
        <p:spPr>
          <a:xfrm rot="2700000">
            <a:off x="8163081" y="84021"/>
            <a:ext cx="1392859" cy="393717"/>
          </a:xfrm>
          <a:prstGeom prst="rect">
            <a:avLst/>
          </a:prstGeom>
          <a:noFill/>
          <a:ln>
            <a:noFill/>
          </a:ln>
        </p:spPr>
        <p:txBody>
          <a:bodyPr anchorCtr="0" anchor="t" bIns="91425" lIns="0" spcFirstLastPara="1" rIns="0" wrap="square" tIns="91425">
            <a:noAutofit/>
          </a:bodyPr>
          <a:lstStyle/>
          <a:p>
            <a:pPr indent="0" lvl="0" marL="0" rtl="0" algn="ctr">
              <a:lnSpc>
                <a:spcPct val="80000"/>
              </a:lnSpc>
              <a:spcBef>
                <a:spcPts val="0"/>
              </a:spcBef>
              <a:spcAft>
                <a:spcPts val="0"/>
              </a:spcAft>
              <a:buNone/>
            </a:pPr>
            <a:r>
              <a:rPr b="1" lang="en-GB" sz="1200">
                <a:solidFill>
                  <a:schemeClr val="lt1"/>
                </a:solidFill>
                <a:latin typeface="Lexend"/>
                <a:ea typeface="Lexend"/>
                <a:cs typeface="Lexend"/>
                <a:sym typeface="Lexend"/>
              </a:rPr>
              <a:t>CASE</a:t>
            </a:r>
            <a:br>
              <a:rPr b="1" lang="en-GB" sz="1200">
                <a:solidFill>
                  <a:schemeClr val="lt1"/>
                </a:solidFill>
                <a:latin typeface="Lexend"/>
                <a:ea typeface="Lexend"/>
                <a:cs typeface="Lexend"/>
                <a:sym typeface="Lexend"/>
              </a:rPr>
            </a:br>
            <a:r>
              <a:rPr b="1" lang="en-GB" sz="1200">
                <a:solidFill>
                  <a:schemeClr val="lt1"/>
                </a:solidFill>
                <a:latin typeface="Lexend"/>
                <a:ea typeface="Lexend"/>
                <a:cs typeface="Lexend"/>
                <a:sym typeface="Lexend"/>
              </a:rPr>
              <a:t>STUDY</a:t>
            </a:r>
            <a:endParaRPr b="1" sz="1200">
              <a:solidFill>
                <a:schemeClr val="lt1"/>
              </a:solidFill>
              <a:latin typeface="Lexend"/>
              <a:ea typeface="Lexend"/>
              <a:cs typeface="Lexend"/>
              <a:sym typeface="Lexen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single page">
  <p:cSld name="CUSTOM_18">
    <p:spTree>
      <p:nvGrpSpPr>
        <p:cNvPr id="1042" name="Shape 1042"/>
        <p:cNvGrpSpPr/>
        <p:nvPr/>
      </p:nvGrpSpPr>
      <p:grpSpPr>
        <a:xfrm>
          <a:off x="0" y="0"/>
          <a:ext cx="0" cy="0"/>
          <a:chOff x="0" y="0"/>
          <a:chExt cx="0" cy="0"/>
        </a:xfrm>
      </p:grpSpPr>
      <p:sp>
        <p:nvSpPr>
          <p:cNvPr id="1043" name="Google Shape;1043;p46"/>
          <p:cNvSpPr/>
          <p:nvPr/>
        </p:nvSpPr>
        <p:spPr>
          <a:xfrm>
            <a:off x="383475" y="1150400"/>
            <a:ext cx="2457600" cy="3674700"/>
          </a:xfrm>
          <a:prstGeom prst="rect">
            <a:avLst/>
          </a:prstGeom>
          <a:solidFill>
            <a:srgbClr val="EEEE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44" name="Google Shape;1044;p46"/>
          <p:cNvGrpSpPr/>
          <p:nvPr/>
        </p:nvGrpSpPr>
        <p:grpSpPr>
          <a:xfrm>
            <a:off x="-1" y="-19"/>
            <a:ext cx="704286" cy="5143552"/>
            <a:chOff x="360000" y="360000"/>
            <a:chExt cx="446146" cy="3258300"/>
          </a:xfrm>
        </p:grpSpPr>
        <p:sp>
          <p:nvSpPr>
            <p:cNvPr id="1045" name="Google Shape;1045;p46"/>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6" name="Google Shape;1046;p46"/>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7" name="Google Shape;1047;p46"/>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48" name="Google Shape;1048;p46"/>
          <p:cNvSpPr/>
          <p:nvPr/>
        </p:nvSpPr>
        <p:spPr>
          <a:xfrm>
            <a:off x="2841103" y="1148675"/>
            <a:ext cx="6017100" cy="3674700"/>
          </a:xfrm>
          <a:prstGeom prst="rect">
            <a:avLst/>
          </a:prstGeom>
          <a:solidFill>
            <a:srgbClr val="F8F9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9" name="Google Shape;1049;p46"/>
          <p:cNvSpPr/>
          <p:nvPr/>
        </p:nvSpPr>
        <p:spPr>
          <a:xfrm>
            <a:off x="2841103" y="1148750"/>
            <a:ext cx="2151900" cy="3674700"/>
          </a:xfrm>
          <a:prstGeom prst="rect">
            <a:avLst/>
          </a:prstGeom>
          <a:solidFill>
            <a:srgbClr val="1A54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0" name="Google Shape;1050;p46"/>
          <p:cNvSpPr txBox="1"/>
          <p:nvPr/>
        </p:nvSpPr>
        <p:spPr>
          <a:xfrm>
            <a:off x="5210828" y="1287870"/>
            <a:ext cx="3433200" cy="507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1000">
                <a:solidFill>
                  <a:srgbClr val="1A547E"/>
                </a:solidFill>
                <a:latin typeface="Lexend SemiBold"/>
                <a:ea typeface="Lexend SemiBold"/>
                <a:cs typeface="Lexend SemiBold"/>
                <a:sym typeface="Lexend SemiBold"/>
              </a:rPr>
              <a:t>Outcomes</a:t>
            </a:r>
            <a:endParaRPr sz="1000">
              <a:solidFill>
                <a:srgbClr val="1A547E"/>
              </a:solidFill>
              <a:latin typeface="Lexend SemiBold"/>
              <a:ea typeface="Lexend SemiBold"/>
              <a:cs typeface="Lexend SemiBold"/>
              <a:sym typeface="Lexend SemiBold"/>
            </a:endParaRPr>
          </a:p>
          <a:p>
            <a:pPr indent="0" lvl="0" marL="0" rtl="0" algn="l">
              <a:lnSpc>
                <a:spcPct val="115000"/>
              </a:lnSpc>
              <a:spcBef>
                <a:spcPts val="0"/>
              </a:spcBef>
              <a:spcAft>
                <a:spcPts val="0"/>
              </a:spcAft>
              <a:buNone/>
            </a:pPr>
            <a:r>
              <a:t/>
            </a:r>
            <a:endParaRPr sz="1000">
              <a:solidFill>
                <a:srgbClr val="1A1A1A"/>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solidFill>
                <a:srgbClr val="1A1A1A"/>
              </a:solidFill>
              <a:latin typeface="Lexend Light"/>
              <a:ea typeface="Lexend Light"/>
              <a:cs typeface="Lexend Light"/>
              <a:sym typeface="Lexend Light"/>
            </a:endParaRPr>
          </a:p>
        </p:txBody>
      </p:sp>
      <p:sp>
        <p:nvSpPr>
          <p:cNvPr id="1051" name="Google Shape;1051;p46"/>
          <p:cNvSpPr/>
          <p:nvPr/>
        </p:nvSpPr>
        <p:spPr>
          <a:xfrm rot="2700000">
            <a:off x="8251292" y="-95856"/>
            <a:ext cx="1326249" cy="652518"/>
          </a:xfrm>
          <a:prstGeom prst="triangle">
            <a:avLst>
              <a:gd fmla="val 50000" name="adj"/>
            </a:avLst>
          </a:prstGeom>
          <a:solidFill>
            <a:srgbClr val="3CC0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2" name="Google Shape;1052;p46"/>
          <p:cNvSpPr txBox="1"/>
          <p:nvPr/>
        </p:nvSpPr>
        <p:spPr>
          <a:xfrm rot="2700000">
            <a:off x="8163081" y="84021"/>
            <a:ext cx="1392859" cy="393717"/>
          </a:xfrm>
          <a:prstGeom prst="rect">
            <a:avLst/>
          </a:prstGeom>
          <a:noFill/>
          <a:ln>
            <a:noFill/>
          </a:ln>
        </p:spPr>
        <p:txBody>
          <a:bodyPr anchorCtr="0" anchor="t" bIns="91425" lIns="0" spcFirstLastPara="1" rIns="0" wrap="square" tIns="91425">
            <a:noAutofit/>
          </a:bodyPr>
          <a:lstStyle/>
          <a:p>
            <a:pPr indent="0" lvl="0" marL="0" rtl="0" algn="ctr">
              <a:lnSpc>
                <a:spcPct val="80000"/>
              </a:lnSpc>
              <a:spcBef>
                <a:spcPts val="0"/>
              </a:spcBef>
              <a:spcAft>
                <a:spcPts val="0"/>
              </a:spcAft>
              <a:buNone/>
            </a:pPr>
            <a:r>
              <a:rPr b="1" lang="en-GB" sz="1200">
                <a:solidFill>
                  <a:schemeClr val="lt1"/>
                </a:solidFill>
                <a:latin typeface="Lexend"/>
                <a:ea typeface="Lexend"/>
                <a:cs typeface="Lexend"/>
                <a:sym typeface="Lexend"/>
              </a:rPr>
              <a:t>CASE</a:t>
            </a:r>
            <a:br>
              <a:rPr b="1" lang="en-GB" sz="1200">
                <a:solidFill>
                  <a:schemeClr val="lt1"/>
                </a:solidFill>
                <a:latin typeface="Lexend"/>
                <a:ea typeface="Lexend"/>
                <a:cs typeface="Lexend"/>
                <a:sym typeface="Lexend"/>
              </a:rPr>
            </a:br>
            <a:r>
              <a:rPr b="1" lang="en-GB" sz="1200">
                <a:solidFill>
                  <a:schemeClr val="lt1"/>
                </a:solidFill>
                <a:latin typeface="Lexend"/>
                <a:ea typeface="Lexend"/>
                <a:cs typeface="Lexend"/>
                <a:sym typeface="Lexend"/>
              </a:rPr>
              <a:t>STUDY</a:t>
            </a:r>
            <a:endParaRPr b="1" sz="1200">
              <a:solidFill>
                <a:schemeClr val="lt1"/>
              </a:solidFill>
              <a:latin typeface="Lexend"/>
              <a:ea typeface="Lexend"/>
              <a:cs typeface="Lexend"/>
              <a:sym typeface="Lexend"/>
            </a:endParaRPr>
          </a:p>
        </p:txBody>
      </p:sp>
      <p:sp>
        <p:nvSpPr>
          <p:cNvPr id="1053" name="Google Shape;1053;p46"/>
          <p:cNvSpPr txBox="1"/>
          <p:nvPr>
            <p:ph type="title"/>
          </p:nvPr>
        </p:nvSpPr>
        <p:spPr>
          <a:xfrm>
            <a:off x="2984400" y="1330175"/>
            <a:ext cx="1859100" cy="3246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1"/>
              </a:buClr>
              <a:buSzPts val="1000"/>
              <a:buNone/>
              <a:defRPr b="0" sz="10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054" name="Google Shape;1054;p46"/>
          <p:cNvSpPr txBox="1"/>
          <p:nvPr>
            <p:ph idx="2" type="title"/>
          </p:nvPr>
        </p:nvSpPr>
        <p:spPr>
          <a:xfrm>
            <a:off x="5210825" y="1583900"/>
            <a:ext cx="3475500" cy="31260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000"/>
              <a:buFont typeface="Lexend Light"/>
              <a:buNone/>
              <a:defRPr sz="1000">
                <a:latin typeface="Lexend Light"/>
                <a:ea typeface="Lexend Light"/>
                <a:cs typeface="Lexend Light"/>
                <a:sym typeface="Lexend Light"/>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055" name="Google Shape;1055;p46"/>
          <p:cNvSpPr/>
          <p:nvPr/>
        </p:nvSpPr>
        <p:spPr>
          <a:xfrm>
            <a:off x="383479" y="357150"/>
            <a:ext cx="1012800" cy="493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056" name="Google Shape;1056;p46"/>
          <p:cNvSpPr txBox="1"/>
          <p:nvPr>
            <p:ph idx="3" type="title"/>
          </p:nvPr>
        </p:nvSpPr>
        <p:spPr>
          <a:xfrm>
            <a:off x="1569003" y="300691"/>
            <a:ext cx="6938400" cy="393600"/>
          </a:xfrm>
          <a:prstGeom prst="rect">
            <a:avLst/>
          </a:prstGeom>
        </p:spPr>
        <p:txBody>
          <a:bodyPr anchorCtr="0" anchor="t" bIns="0" lIns="0" spcFirstLastPara="1" rIns="0" wrap="square" tIns="0">
            <a:no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2 page (Page 1)">
  <p:cSld name="CUSTOM_18_1">
    <p:spTree>
      <p:nvGrpSpPr>
        <p:cNvPr id="1057" name="Shape 1057"/>
        <p:cNvGrpSpPr/>
        <p:nvPr/>
      </p:nvGrpSpPr>
      <p:grpSpPr>
        <a:xfrm>
          <a:off x="0" y="0"/>
          <a:ext cx="0" cy="0"/>
          <a:chOff x="0" y="0"/>
          <a:chExt cx="0" cy="0"/>
        </a:xfrm>
      </p:grpSpPr>
      <p:sp>
        <p:nvSpPr>
          <p:cNvPr id="1058" name="Google Shape;1058;p47"/>
          <p:cNvSpPr/>
          <p:nvPr/>
        </p:nvSpPr>
        <p:spPr>
          <a:xfrm>
            <a:off x="383475" y="1150400"/>
            <a:ext cx="4546500" cy="3674700"/>
          </a:xfrm>
          <a:prstGeom prst="rect">
            <a:avLst/>
          </a:prstGeom>
          <a:solidFill>
            <a:srgbClr val="EEEE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59" name="Google Shape;1059;p47"/>
          <p:cNvGrpSpPr/>
          <p:nvPr/>
        </p:nvGrpSpPr>
        <p:grpSpPr>
          <a:xfrm>
            <a:off x="-1" y="-19"/>
            <a:ext cx="704286" cy="5143552"/>
            <a:chOff x="360000" y="360000"/>
            <a:chExt cx="446146" cy="3258300"/>
          </a:xfrm>
        </p:grpSpPr>
        <p:sp>
          <p:nvSpPr>
            <p:cNvPr id="1060" name="Google Shape;1060;p47"/>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1" name="Google Shape;1061;p47"/>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2" name="Google Shape;1062;p47"/>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63" name="Google Shape;1063;p47"/>
          <p:cNvSpPr/>
          <p:nvPr/>
        </p:nvSpPr>
        <p:spPr>
          <a:xfrm>
            <a:off x="4929975" y="1148675"/>
            <a:ext cx="3928200" cy="3674700"/>
          </a:xfrm>
          <a:prstGeom prst="rect">
            <a:avLst/>
          </a:prstGeom>
          <a:solidFill>
            <a:srgbClr val="1A54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4" name="Google Shape;1064;p47"/>
          <p:cNvSpPr/>
          <p:nvPr/>
        </p:nvSpPr>
        <p:spPr>
          <a:xfrm rot="2700000">
            <a:off x="8251292" y="-95856"/>
            <a:ext cx="1326249" cy="652518"/>
          </a:xfrm>
          <a:prstGeom prst="triangle">
            <a:avLst>
              <a:gd fmla="val 50000" name="adj"/>
            </a:avLst>
          </a:prstGeom>
          <a:solidFill>
            <a:srgbClr val="3CC0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5" name="Google Shape;1065;p47"/>
          <p:cNvSpPr txBox="1"/>
          <p:nvPr/>
        </p:nvSpPr>
        <p:spPr>
          <a:xfrm rot="2700000">
            <a:off x="8163081" y="84021"/>
            <a:ext cx="1392859" cy="393717"/>
          </a:xfrm>
          <a:prstGeom prst="rect">
            <a:avLst/>
          </a:prstGeom>
          <a:noFill/>
          <a:ln>
            <a:noFill/>
          </a:ln>
        </p:spPr>
        <p:txBody>
          <a:bodyPr anchorCtr="0" anchor="t" bIns="91425" lIns="0" spcFirstLastPara="1" rIns="0" wrap="square" tIns="91425">
            <a:noAutofit/>
          </a:bodyPr>
          <a:lstStyle/>
          <a:p>
            <a:pPr indent="0" lvl="0" marL="0" rtl="0" algn="ctr">
              <a:lnSpc>
                <a:spcPct val="80000"/>
              </a:lnSpc>
              <a:spcBef>
                <a:spcPts val="0"/>
              </a:spcBef>
              <a:spcAft>
                <a:spcPts val="0"/>
              </a:spcAft>
              <a:buNone/>
            </a:pPr>
            <a:r>
              <a:rPr b="1" lang="en-GB" sz="1200">
                <a:solidFill>
                  <a:schemeClr val="lt1"/>
                </a:solidFill>
                <a:latin typeface="Lexend"/>
                <a:ea typeface="Lexend"/>
                <a:cs typeface="Lexend"/>
                <a:sym typeface="Lexend"/>
              </a:rPr>
              <a:t>CASE</a:t>
            </a:r>
            <a:br>
              <a:rPr b="1" lang="en-GB" sz="1200">
                <a:solidFill>
                  <a:schemeClr val="lt1"/>
                </a:solidFill>
                <a:latin typeface="Lexend"/>
                <a:ea typeface="Lexend"/>
                <a:cs typeface="Lexend"/>
                <a:sym typeface="Lexend"/>
              </a:rPr>
            </a:br>
            <a:r>
              <a:rPr b="1" lang="en-GB" sz="1200">
                <a:solidFill>
                  <a:schemeClr val="lt1"/>
                </a:solidFill>
                <a:latin typeface="Lexend"/>
                <a:ea typeface="Lexend"/>
                <a:cs typeface="Lexend"/>
                <a:sym typeface="Lexend"/>
              </a:rPr>
              <a:t>STUDY</a:t>
            </a:r>
            <a:endParaRPr b="1" sz="1200">
              <a:solidFill>
                <a:schemeClr val="lt1"/>
              </a:solidFill>
              <a:latin typeface="Lexend"/>
              <a:ea typeface="Lexend"/>
              <a:cs typeface="Lexend"/>
              <a:sym typeface="Lexend"/>
            </a:endParaRPr>
          </a:p>
        </p:txBody>
      </p:sp>
      <p:sp>
        <p:nvSpPr>
          <p:cNvPr id="1066" name="Google Shape;1066;p47"/>
          <p:cNvSpPr txBox="1"/>
          <p:nvPr>
            <p:ph type="title"/>
          </p:nvPr>
        </p:nvSpPr>
        <p:spPr>
          <a:xfrm>
            <a:off x="5210175" y="1330175"/>
            <a:ext cx="3396300" cy="3246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1"/>
              </a:buClr>
              <a:buSzPts val="1000"/>
              <a:buNone/>
              <a:defRPr b="0" sz="10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067" name="Google Shape;1067;p47"/>
          <p:cNvSpPr txBox="1"/>
          <p:nvPr>
            <p:ph idx="2" type="title"/>
          </p:nvPr>
        </p:nvSpPr>
        <p:spPr>
          <a:xfrm>
            <a:off x="1569003" y="300691"/>
            <a:ext cx="6938400" cy="393600"/>
          </a:xfrm>
          <a:prstGeom prst="rect">
            <a:avLst/>
          </a:prstGeom>
        </p:spPr>
        <p:txBody>
          <a:bodyPr anchorCtr="0" anchor="t" bIns="0" lIns="0" spcFirstLastPara="1" rIns="0" wrap="square" tIns="0">
            <a:no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068" name="Google Shape;1068;p47"/>
          <p:cNvSpPr/>
          <p:nvPr/>
        </p:nvSpPr>
        <p:spPr>
          <a:xfrm>
            <a:off x="383479" y="357150"/>
            <a:ext cx="1012800" cy="493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2 page (Page 2)">
  <p:cSld name="CUSTOM_18_1_1">
    <p:spTree>
      <p:nvGrpSpPr>
        <p:cNvPr id="1069" name="Shape 1069"/>
        <p:cNvGrpSpPr/>
        <p:nvPr/>
      </p:nvGrpSpPr>
      <p:grpSpPr>
        <a:xfrm>
          <a:off x="0" y="0"/>
          <a:ext cx="0" cy="0"/>
          <a:chOff x="0" y="0"/>
          <a:chExt cx="0" cy="0"/>
        </a:xfrm>
      </p:grpSpPr>
      <p:sp>
        <p:nvSpPr>
          <p:cNvPr id="1070" name="Google Shape;1070;p48"/>
          <p:cNvSpPr/>
          <p:nvPr/>
        </p:nvSpPr>
        <p:spPr>
          <a:xfrm>
            <a:off x="383475" y="475175"/>
            <a:ext cx="2142300" cy="4350000"/>
          </a:xfrm>
          <a:prstGeom prst="rect">
            <a:avLst/>
          </a:prstGeom>
          <a:solidFill>
            <a:srgbClr val="EEEE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71" name="Google Shape;1071;p48"/>
          <p:cNvGrpSpPr/>
          <p:nvPr/>
        </p:nvGrpSpPr>
        <p:grpSpPr>
          <a:xfrm>
            <a:off x="-1" y="-19"/>
            <a:ext cx="704286" cy="5143552"/>
            <a:chOff x="360000" y="360000"/>
            <a:chExt cx="446146" cy="3258300"/>
          </a:xfrm>
        </p:grpSpPr>
        <p:sp>
          <p:nvSpPr>
            <p:cNvPr id="1072" name="Google Shape;1072;p48"/>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3" name="Google Shape;1073;p48"/>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4" name="Google Shape;1074;p48"/>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75" name="Google Shape;1075;p48"/>
          <p:cNvSpPr/>
          <p:nvPr/>
        </p:nvSpPr>
        <p:spPr>
          <a:xfrm rot="2700000">
            <a:off x="8251292" y="-95856"/>
            <a:ext cx="1326249" cy="652518"/>
          </a:xfrm>
          <a:prstGeom prst="triangle">
            <a:avLst>
              <a:gd fmla="val 50000" name="adj"/>
            </a:avLst>
          </a:prstGeom>
          <a:solidFill>
            <a:srgbClr val="3CC0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6" name="Google Shape;1076;p48"/>
          <p:cNvSpPr txBox="1"/>
          <p:nvPr/>
        </p:nvSpPr>
        <p:spPr>
          <a:xfrm rot="2700000">
            <a:off x="8163081" y="84021"/>
            <a:ext cx="1392859" cy="393717"/>
          </a:xfrm>
          <a:prstGeom prst="rect">
            <a:avLst/>
          </a:prstGeom>
          <a:noFill/>
          <a:ln>
            <a:noFill/>
          </a:ln>
        </p:spPr>
        <p:txBody>
          <a:bodyPr anchorCtr="0" anchor="t" bIns="91425" lIns="0" spcFirstLastPara="1" rIns="0" wrap="square" tIns="91425">
            <a:noAutofit/>
          </a:bodyPr>
          <a:lstStyle/>
          <a:p>
            <a:pPr indent="0" lvl="0" marL="0" rtl="0" algn="ctr">
              <a:lnSpc>
                <a:spcPct val="80000"/>
              </a:lnSpc>
              <a:spcBef>
                <a:spcPts val="0"/>
              </a:spcBef>
              <a:spcAft>
                <a:spcPts val="0"/>
              </a:spcAft>
              <a:buNone/>
            </a:pPr>
            <a:r>
              <a:rPr b="1" lang="en-GB" sz="1200">
                <a:solidFill>
                  <a:schemeClr val="lt1"/>
                </a:solidFill>
                <a:latin typeface="Lexend"/>
                <a:ea typeface="Lexend"/>
                <a:cs typeface="Lexend"/>
                <a:sym typeface="Lexend"/>
              </a:rPr>
              <a:t>CASE</a:t>
            </a:r>
            <a:br>
              <a:rPr b="1" lang="en-GB" sz="1200">
                <a:solidFill>
                  <a:schemeClr val="lt1"/>
                </a:solidFill>
                <a:latin typeface="Lexend"/>
                <a:ea typeface="Lexend"/>
                <a:cs typeface="Lexend"/>
                <a:sym typeface="Lexend"/>
              </a:rPr>
            </a:br>
            <a:r>
              <a:rPr b="1" lang="en-GB" sz="1200">
                <a:solidFill>
                  <a:schemeClr val="lt1"/>
                </a:solidFill>
                <a:latin typeface="Lexend"/>
                <a:ea typeface="Lexend"/>
                <a:cs typeface="Lexend"/>
                <a:sym typeface="Lexend"/>
              </a:rPr>
              <a:t>STUDY</a:t>
            </a:r>
            <a:endParaRPr b="1" sz="1200">
              <a:solidFill>
                <a:schemeClr val="lt1"/>
              </a:solidFill>
              <a:latin typeface="Lexend"/>
              <a:ea typeface="Lexend"/>
              <a:cs typeface="Lexend"/>
              <a:sym typeface="Lexend"/>
            </a:endParaRPr>
          </a:p>
        </p:txBody>
      </p:sp>
      <p:sp>
        <p:nvSpPr>
          <p:cNvPr id="1077" name="Google Shape;1077;p48"/>
          <p:cNvSpPr txBox="1"/>
          <p:nvPr>
            <p:ph type="title"/>
          </p:nvPr>
        </p:nvSpPr>
        <p:spPr>
          <a:xfrm>
            <a:off x="2784325" y="666900"/>
            <a:ext cx="6052200" cy="39099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000"/>
              <a:buFont typeface="Lexend Light"/>
              <a:buNone/>
              <a:defRPr sz="1000">
                <a:latin typeface="Lexend Light"/>
                <a:ea typeface="Lexend Light"/>
                <a:cs typeface="Lexend Light"/>
                <a:sym typeface="Lexend Light"/>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age 1">
  <p:cSld name="CUSTOM_1">
    <p:spTree>
      <p:nvGrpSpPr>
        <p:cNvPr id="1078" name="Shape 1078"/>
        <p:cNvGrpSpPr/>
        <p:nvPr/>
      </p:nvGrpSpPr>
      <p:grpSpPr>
        <a:xfrm>
          <a:off x="0" y="0"/>
          <a:ext cx="0" cy="0"/>
          <a:chOff x="0" y="0"/>
          <a:chExt cx="0" cy="0"/>
        </a:xfrm>
      </p:grpSpPr>
      <p:grpSp>
        <p:nvGrpSpPr>
          <p:cNvPr id="1079" name="Google Shape;1079;p49"/>
          <p:cNvGrpSpPr/>
          <p:nvPr/>
        </p:nvGrpSpPr>
        <p:grpSpPr>
          <a:xfrm>
            <a:off x="-1" y="-19"/>
            <a:ext cx="704286" cy="5143552"/>
            <a:chOff x="360000" y="360000"/>
            <a:chExt cx="446146" cy="3258300"/>
          </a:xfrm>
        </p:grpSpPr>
        <p:sp>
          <p:nvSpPr>
            <p:cNvPr id="1080" name="Google Shape;1080;p49"/>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1" name="Google Shape;1081;p49"/>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2" name="Google Shape;1082;p49"/>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83" name="Google Shape;1083;p49"/>
          <p:cNvSpPr/>
          <p:nvPr/>
        </p:nvSpPr>
        <p:spPr>
          <a:xfrm>
            <a:off x="2841103" y="1148675"/>
            <a:ext cx="6017100" cy="3674700"/>
          </a:xfrm>
          <a:prstGeom prst="rect">
            <a:avLst/>
          </a:prstGeom>
          <a:solidFill>
            <a:srgbClr val="F8F9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4" name="Google Shape;1084;p49"/>
          <p:cNvSpPr txBox="1"/>
          <p:nvPr/>
        </p:nvSpPr>
        <p:spPr>
          <a:xfrm>
            <a:off x="1447775" y="239975"/>
            <a:ext cx="6649500" cy="6177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Clr>
                <a:schemeClr val="dk1"/>
              </a:buClr>
              <a:buSzPts val="935"/>
              <a:buFont typeface="Lexend"/>
              <a:buNone/>
            </a:pPr>
            <a:r>
              <a:rPr lang="en-GB" sz="1700">
                <a:solidFill>
                  <a:srgbClr val="1F6281"/>
                </a:solidFill>
                <a:latin typeface="Lexend"/>
                <a:ea typeface="Lexend"/>
                <a:cs typeface="Lexend"/>
                <a:sym typeface="Lexend"/>
              </a:rPr>
              <a:t>Covéa's vision is to create innovative and customer-focused insurance propositions</a:t>
            </a:r>
            <a:endParaRPr sz="1700">
              <a:solidFill>
                <a:srgbClr val="1F6281"/>
              </a:solidFill>
              <a:latin typeface="Lexend"/>
              <a:ea typeface="Lexend"/>
              <a:cs typeface="Lexend"/>
              <a:sym typeface="Lexend"/>
            </a:endParaRPr>
          </a:p>
          <a:p>
            <a:pPr indent="0" lvl="0" marL="0" rtl="0" algn="l">
              <a:lnSpc>
                <a:spcPct val="100000"/>
              </a:lnSpc>
              <a:spcBef>
                <a:spcPts val="1200"/>
              </a:spcBef>
              <a:spcAft>
                <a:spcPts val="0"/>
              </a:spcAft>
              <a:buNone/>
            </a:pPr>
            <a:r>
              <a:t/>
            </a:r>
            <a:endParaRPr sz="1800">
              <a:solidFill>
                <a:srgbClr val="0F618C"/>
              </a:solidFill>
              <a:latin typeface="Lexend"/>
              <a:ea typeface="Lexend"/>
              <a:cs typeface="Lexend"/>
              <a:sym typeface="Lexend"/>
            </a:endParaRPr>
          </a:p>
        </p:txBody>
      </p:sp>
      <p:sp>
        <p:nvSpPr>
          <p:cNvPr id="1085" name="Google Shape;1085;p49"/>
          <p:cNvSpPr/>
          <p:nvPr/>
        </p:nvSpPr>
        <p:spPr>
          <a:xfrm>
            <a:off x="4986600" y="1148750"/>
            <a:ext cx="3871500" cy="1941000"/>
          </a:xfrm>
          <a:prstGeom prst="rect">
            <a:avLst/>
          </a:prstGeom>
          <a:solidFill>
            <a:srgbClr val="1A54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6" name="Google Shape;1086;p49"/>
          <p:cNvSpPr txBox="1"/>
          <p:nvPr/>
        </p:nvSpPr>
        <p:spPr>
          <a:xfrm>
            <a:off x="5210825" y="1328075"/>
            <a:ext cx="3481200" cy="304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Lexend"/>
              <a:buNone/>
            </a:pPr>
            <a:r>
              <a:rPr lang="en-GB" sz="1000">
                <a:solidFill>
                  <a:schemeClr val="lt1"/>
                </a:solidFill>
                <a:latin typeface="Lexend"/>
                <a:ea typeface="Lexend"/>
                <a:cs typeface="Lexend"/>
                <a:sym typeface="Lexend"/>
              </a:rPr>
              <a:t>Covéa's vision is to create innovative and customer focused insurance propositions by partnering with strong brands and commercial partners - well-known consumer brands like John Lewis and Vitality Healthcare. </a:t>
            </a:r>
            <a:endParaRPr sz="1000">
              <a:solidFill>
                <a:schemeClr val="lt1"/>
              </a:solidFill>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Lexend"/>
              <a:buNone/>
            </a:pPr>
            <a:r>
              <a:t/>
            </a:r>
            <a:endParaRPr sz="1000">
              <a:solidFill>
                <a:schemeClr val="lt1"/>
              </a:solidFill>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Lexend"/>
              <a:buNone/>
            </a:pPr>
            <a:r>
              <a:rPr lang="en-GB" sz="1000">
                <a:solidFill>
                  <a:schemeClr val="lt1"/>
                </a:solidFill>
                <a:latin typeface="Lexend"/>
                <a:ea typeface="Lexend"/>
                <a:cs typeface="Lexend"/>
                <a:sym typeface="Lexend"/>
              </a:rPr>
              <a:t>A new, differentiating digital insurance-as-a-servce platform was required to enable the rapid launch of new insurance products to market, retiring legacy.</a:t>
            </a:r>
            <a:endParaRPr sz="1000">
              <a:solidFill>
                <a:schemeClr val="lt1"/>
              </a:solidFill>
              <a:latin typeface="Lexend"/>
              <a:ea typeface="Lexend"/>
              <a:cs typeface="Lexend"/>
              <a:sym typeface="Lexend"/>
            </a:endParaRPr>
          </a:p>
          <a:p>
            <a:pPr indent="0" lvl="0" marL="0" rtl="0" algn="l">
              <a:lnSpc>
                <a:spcPct val="115000"/>
              </a:lnSpc>
              <a:spcBef>
                <a:spcPts val="0"/>
              </a:spcBef>
              <a:spcAft>
                <a:spcPts val="0"/>
              </a:spcAft>
              <a:buClr>
                <a:srgbClr val="000000"/>
              </a:buClr>
              <a:buSzPts val="1100"/>
              <a:buFont typeface="Lexend"/>
              <a:buNone/>
            </a:pPr>
            <a:r>
              <a:t/>
            </a:r>
            <a:endParaRPr sz="1000">
              <a:solidFill>
                <a:schemeClr val="lt1"/>
              </a:solidFill>
              <a:latin typeface="Lexend"/>
              <a:ea typeface="Lexend"/>
              <a:cs typeface="Lexend"/>
              <a:sym typeface="Lexend"/>
            </a:endParaRPr>
          </a:p>
        </p:txBody>
      </p:sp>
      <p:sp>
        <p:nvSpPr>
          <p:cNvPr id="1087" name="Google Shape;1087;p49"/>
          <p:cNvSpPr txBox="1"/>
          <p:nvPr/>
        </p:nvSpPr>
        <p:spPr>
          <a:xfrm>
            <a:off x="5210825" y="3237900"/>
            <a:ext cx="3433200" cy="1392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1000">
                <a:solidFill>
                  <a:srgbClr val="1A1A1A"/>
                </a:solidFill>
                <a:latin typeface="Lexend Light"/>
                <a:ea typeface="Lexend Light"/>
                <a:cs typeface="Lexend Light"/>
                <a:sym typeface="Lexend Light"/>
              </a:rPr>
              <a:t>Covéa had signed a seven-year contract with John Lewis to provide insurance services via the new platform, but the program (in development for around 18 months) was behind schedule. Our teams brought platform delivery back on track, ready to onboard more and more customers, with templated insurance products to offer insurance policies under their own brands and their own domain. </a:t>
            </a:r>
            <a:endParaRPr sz="1000">
              <a:solidFill>
                <a:srgbClr val="1A1A1A"/>
              </a:solidFill>
              <a:latin typeface="Lexend Light"/>
              <a:ea typeface="Lexend Light"/>
              <a:cs typeface="Lexend Light"/>
              <a:sym typeface="Lexend Light"/>
            </a:endParaRPr>
          </a:p>
        </p:txBody>
      </p:sp>
      <p:sp>
        <p:nvSpPr>
          <p:cNvPr id="1088" name="Google Shape;1088;p49"/>
          <p:cNvSpPr/>
          <p:nvPr/>
        </p:nvSpPr>
        <p:spPr>
          <a:xfrm rot="2700000">
            <a:off x="8251292" y="-95856"/>
            <a:ext cx="1326249" cy="652518"/>
          </a:xfrm>
          <a:prstGeom prst="triangle">
            <a:avLst>
              <a:gd fmla="val 50000" name="adj"/>
            </a:avLst>
          </a:prstGeom>
          <a:solidFill>
            <a:srgbClr val="3CC0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9" name="Google Shape;1089;p49"/>
          <p:cNvSpPr txBox="1"/>
          <p:nvPr/>
        </p:nvSpPr>
        <p:spPr>
          <a:xfrm rot="2700000">
            <a:off x="8163081" y="84021"/>
            <a:ext cx="1392859" cy="393717"/>
          </a:xfrm>
          <a:prstGeom prst="rect">
            <a:avLst/>
          </a:prstGeom>
          <a:noFill/>
          <a:ln>
            <a:noFill/>
          </a:ln>
        </p:spPr>
        <p:txBody>
          <a:bodyPr anchorCtr="0" anchor="t" bIns="91425" lIns="0" spcFirstLastPara="1" rIns="0" wrap="square" tIns="91425">
            <a:noAutofit/>
          </a:bodyPr>
          <a:lstStyle/>
          <a:p>
            <a:pPr indent="0" lvl="0" marL="0" rtl="0" algn="ctr">
              <a:lnSpc>
                <a:spcPct val="80000"/>
              </a:lnSpc>
              <a:spcBef>
                <a:spcPts val="0"/>
              </a:spcBef>
              <a:spcAft>
                <a:spcPts val="0"/>
              </a:spcAft>
              <a:buNone/>
            </a:pPr>
            <a:r>
              <a:rPr b="1" lang="en-GB" sz="1200">
                <a:solidFill>
                  <a:schemeClr val="lt1"/>
                </a:solidFill>
                <a:latin typeface="Lexend"/>
                <a:ea typeface="Lexend"/>
                <a:cs typeface="Lexend"/>
                <a:sym typeface="Lexend"/>
              </a:rPr>
              <a:t>CASE</a:t>
            </a:r>
            <a:br>
              <a:rPr b="1" lang="en-GB" sz="1200">
                <a:solidFill>
                  <a:schemeClr val="lt1"/>
                </a:solidFill>
                <a:latin typeface="Lexend"/>
                <a:ea typeface="Lexend"/>
                <a:cs typeface="Lexend"/>
                <a:sym typeface="Lexend"/>
              </a:rPr>
            </a:br>
            <a:r>
              <a:rPr b="1" lang="en-GB" sz="1200">
                <a:solidFill>
                  <a:schemeClr val="lt1"/>
                </a:solidFill>
                <a:latin typeface="Lexend"/>
                <a:ea typeface="Lexend"/>
                <a:cs typeface="Lexend"/>
                <a:sym typeface="Lexend"/>
              </a:rPr>
              <a:t>STUDY</a:t>
            </a:r>
            <a:endParaRPr b="1" sz="1200">
              <a:solidFill>
                <a:schemeClr val="lt1"/>
              </a:solidFill>
              <a:latin typeface="Lexend"/>
              <a:ea typeface="Lexend"/>
              <a:cs typeface="Lexend"/>
              <a:sym typeface="Lexend"/>
            </a:endParaRPr>
          </a:p>
        </p:txBody>
      </p:sp>
      <p:pic>
        <p:nvPicPr>
          <p:cNvPr id="1090" name="Google Shape;1090;p49"/>
          <p:cNvPicPr preferRelativeResize="0"/>
          <p:nvPr/>
        </p:nvPicPr>
        <p:blipFill rotWithShape="1">
          <a:blip r:embed="rId2">
            <a:alphaModFix/>
          </a:blip>
          <a:srcRect b="495" l="703" r="15608" t="495"/>
          <a:stretch/>
        </p:blipFill>
        <p:spPr>
          <a:xfrm>
            <a:off x="397675" y="1148750"/>
            <a:ext cx="4588923" cy="3674699"/>
          </a:xfrm>
          <a:prstGeom prst="rect">
            <a:avLst/>
          </a:prstGeom>
          <a:noFill/>
          <a:ln>
            <a:noFill/>
          </a:ln>
        </p:spPr>
      </p:pic>
      <p:pic>
        <p:nvPicPr>
          <p:cNvPr id="1091" name="Google Shape;1091;p49"/>
          <p:cNvPicPr preferRelativeResize="0"/>
          <p:nvPr/>
        </p:nvPicPr>
        <p:blipFill>
          <a:blip r:embed="rId3">
            <a:alphaModFix/>
          </a:blip>
          <a:stretch>
            <a:fillRect/>
          </a:stretch>
        </p:blipFill>
        <p:spPr>
          <a:xfrm>
            <a:off x="415708" y="298151"/>
            <a:ext cx="718001" cy="559526"/>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age 1 1">
  <p:cSld name="CUSTOM_1_1">
    <p:spTree>
      <p:nvGrpSpPr>
        <p:cNvPr id="1092" name="Shape 1092"/>
        <p:cNvGrpSpPr/>
        <p:nvPr/>
      </p:nvGrpSpPr>
      <p:grpSpPr>
        <a:xfrm>
          <a:off x="0" y="0"/>
          <a:ext cx="0" cy="0"/>
          <a:chOff x="0" y="0"/>
          <a:chExt cx="0" cy="0"/>
        </a:xfrm>
      </p:grpSpPr>
      <p:grpSp>
        <p:nvGrpSpPr>
          <p:cNvPr id="1093" name="Google Shape;1093;p50"/>
          <p:cNvGrpSpPr/>
          <p:nvPr/>
        </p:nvGrpSpPr>
        <p:grpSpPr>
          <a:xfrm>
            <a:off x="-1" y="-19"/>
            <a:ext cx="704286" cy="5143552"/>
            <a:chOff x="360000" y="360000"/>
            <a:chExt cx="446146" cy="3258300"/>
          </a:xfrm>
        </p:grpSpPr>
        <p:sp>
          <p:nvSpPr>
            <p:cNvPr id="1094" name="Google Shape;1094;p50"/>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5" name="Google Shape;1095;p50"/>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6" name="Google Shape;1096;p50"/>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97" name="Google Shape;1097;p50"/>
          <p:cNvSpPr/>
          <p:nvPr/>
        </p:nvSpPr>
        <p:spPr>
          <a:xfrm>
            <a:off x="2604200" y="410300"/>
            <a:ext cx="6254100" cy="4413300"/>
          </a:xfrm>
          <a:prstGeom prst="rect">
            <a:avLst/>
          </a:prstGeom>
          <a:solidFill>
            <a:srgbClr val="F8F9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8" name="Google Shape;1098;p50"/>
          <p:cNvSpPr txBox="1"/>
          <p:nvPr/>
        </p:nvSpPr>
        <p:spPr>
          <a:xfrm>
            <a:off x="2880525" y="703375"/>
            <a:ext cx="5685600" cy="3694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1000">
                <a:solidFill>
                  <a:srgbClr val="1A1A1A"/>
                </a:solidFill>
                <a:latin typeface="Lexend Light"/>
                <a:ea typeface="Lexend Light"/>
                <a:cs typeface="Lexend Light"/>
                <a:sym typeface="Lexend Light"/>
              </a:rPr>
              <a:t>We consolidated legacy on-prem services into a single cloud-based platform with a microservices architecture, reducing wait time for onboarding new teams and allowing easy branding of white-label insurance products for customers without complicated builds each time. </a:t>
            </a:r>
            <a:endParaRPr sz="1000">
              <a:solidFill>
                <a:srgbClr val="1A1A1A"/>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solidFill>
                <a:srgbClr val="1A1A1A"/>
              </a:solidFill>
              <a:latin typeface="Lexend Light"/>
              <a:ea typeface="Lexend Light"/>
              <a:cs typeface="Lexend Light"/>
              <a:sym typeface="Lexend Light"/>
            </a:endParaRPr>
          </a:p>
          <a:p>
            <a:pPr indent="0" lvl="0" marL="0" rtl="0" algn="l">
              <a:lnSpc>
                <a:spcPct val="115000"/>
              </a:lnSpc>
              <a:spcBef>
                <a:spcPts val="0"/>
              </a:spcBef>
              <a:spcAft>
                <a:spcPts val="0"/>
              </a:spcAft>
              <a:buNone/>
            </a:pPr>
            <a:r>
              <a:rPr lang="en-GB" sz="1000">
                <a:solidFill>
                  <a:srgbClr val="1A1A1A"/>
                </a:solidFill>
                <a:latin typeface="Lexend Light"/>
                <a:ea typeface="Lexend Light"/>
                <a:cs typeface="Lexend Light"/>
                <a:sym typeface="Lexend Light"/>
              </a:rPr>
              <a:t>Our work included an Agent Portal used by Covéa staff to support their B2B customers, which helped enable the rapid launch of new insurance products to market. We also helped reduce their cloud spend run-rate by 35%, by:</a:t>
            </a:r>
            <a:endParaRPr sz="1000">
              <a:solidFill>
                <a:srgbClr val="1A1A1A"/>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solidFill>
                <a:srgbClr val="1A1A1A"/>
              </a:solidFill>
              <a:latin typeface="Lexend Light"/>
              <a:ea typeface="Lexend Light"/>
              <a:cs typeface="Lexend Light"/>
              <a:sym typeface="Lexend Light"/>
            </a:endParaRPr>
          </a:p>
          <a:p>
            <a:pPr indent="-292100" lvl="0" marL="457200" rtl="0" algn="l">
              <a:lnSpc>
                <a:spcPct val="115000"/>
              </a:lnSpc>
              <a:spcBef>
                <a:spcPts val="0"/>
              </a:spcBef>
              <a:spcAft>
                <a:spcPts val="0"/>
              </a:spcAft>
              <a:buClr>
                <a:srgbClr val="3DC1BC"/>
              </a:buClr>
              <a:buSzPts val="1000"/>
              <a:buFont typeface="Lexend Light"/>
              <a:buChar char="■"/>
            </a:pPr>
            <a:r>
              <a:rPr lang="en-GB" sz="1000">
                <a:solidFill>
                  <a:srgbClr val="1A1A1A"/>
                </a:solidFill>
                <a:latin typeface="Lexend Light"/>
                <a:ea typeface="Lexend Light"/>
                <a:cs typeface="Lexend Light"/>
                <a:sym typeface="Lexend Light"/>
              </a:rPr>
              <a:t>Identifying where money could be saved - capturing data of where money was spent, along with opportunities for platform areas to optimise</a:t>
            </a:r>
            <a:endParaRPr sz="1000">
              <a:solidFill>
                <a:srgbClr val="1A1A1A"/>
              </a:solidFill>
              <a:latin typeface="Lexend Light"/>
              <a:ea typeface="Lexend Light"/>
              <a:cs typeface="Lexend Light"/>
              <a:sym typeface="Lexend Light"/>
            </a:endParaRPr>
          </a:p>
          <a:p>
            <a:pPr indent="-292100" lvl="0" marL="457200" rtl="0" algn="l">
              <a:lnSpc>
                <a:spcPct val="115000"/>
              </a:lnSpc>
              <a:spcBef>
                <a:spcPts val="0"/>
              </a:spcBef>
              <a:spcAft>
                <a:spcPts val="0"/>
              </a:spcAft>
              <a:buClr>
                <a:srgbClr val="3DC1BC"/>
              </a:buClr>
              <a:buSzPts val="1000"/>
              <a:buFont typeface="Lexend Light"/>
              <a:buChar char="■"/>
            </a:pPr>
            <a:r>
              <a:rPr lang="en-GB" sz="1000">
                <a:solidFill>
                  <a:srgbClr val="1A1A1A"/>
                </a:solidFill>
                <a:latin typeface="Lexend Light"/>
                <a:ea typeface="Lexend Light"/>
                <a:cs typeface="Lexend Light"/>
                <a:sym typeface="Lexend Light"/>
              </a:rPr>
              <a:t>Optimising identified opportunities to reduce cost - in a controlled manner  to ensure changes would not impact on performance, availability and security</a:t>
            </a:r>
            <a:endParaRPr sz="1000">
              <a:solidFill>
                <a:srgbClr val="1A1A1A"/>
              </a:solidFill>
              <a:latin typeface="Lexend Light"/>
              <a:ea typeface="Lexend Light"/>
              <a:cs typeface="Lexend Light"/>
              <a:sym typeface="Lexend Light"/>
            </a:endParaRPr>
          </a:p>
          <a:p>
            <a:pPr indent="-292100" lvl="0" marL="457200" rtl="0" algn="l">
              <a:lnSpc>
                <a:spcPct val="115000"/>
              </a:lnSpc>
              <a:spcBef>
                <a:spcPts val="0"/>
              </a:spcBef>
              <a:spcAft>
                <a:spcPts val="0"/>
              </a:spcAft>
              <a:buClr>
                <a:srgbClr val="3DC1BC"/>
              </a:buClr>
              <a:buSzPts val="1000"/>
              <a:buFont typeface="Lexend Light"/>
              <a:buChar char="■"/>
            </a:pPr>
            <a:r>
              <a:rPr lang="en-GB" sz="1000">
                <a:solidFill>
                  <a:srgbClr val="1A1A1A"/>
                </a:solidFill>
                <a:latin typeface="Lexend Light"/>
                <a:ea typeface="Lexend Light"/>
                <a:cs typeface="Lexend Light"/>
                <a:sym typeface="Lexend Light"/>
              </a:rPr>
              <a:t>Defining new operational processes, tools and behaviours to allow our customer to operate in a cost-focussed manner going forward - FinOps culture/mindset</a:t>
            </a:r>
            <a:endParaRPr sz="1000">
              <a:solidFill>
                <a:srgbClr val="1A1A1A"/>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solidFill>
                <a:srgbClr val="1A1A1A"/>
              </a:solidFill>
              <a:latin typeface="Lexend Light"/>
              <a:ea typeface="Lexend Light"/>
              <a:cs typeface="Lexend Light"/>
              <a:sym typeface="Lexend Light"/>
            </a:endParaRPr>
          </a:p>
          <a:p>
            <a:pPr indent="0" lvl="0" marL="0" rtl="0" algn="l">
              <a:lnSpc>
                <a:spcPct val="115000"/>
              </a:lnSpc>
              <a:spcBef>
                <a:spcPts val="0"/>
              </a:spcBef>
              <a:spcAft>
                <a:spcPts val="0"/>
              </a:spcAft>
              <a:buNone/>
            </a:pPr>
            <a:r>
              <a:rPr lang="en-GB" sz="1000">
                <a:solidFill>
                  <a:srgbClr val="1A1A1A"/>
                </a:solidFill>
                <a:latin typeface="Lexend Light"/>
                <a:ea typeface="Lexend Light"/>
                <a:cs typeface="Lexend Light"/>
                <a:sym typeface="Lexend Light"/>
              </a:rPr>
              <a:t>By automating much of the process and improving the architecture of the platform, we supported Covéa teams to self-serve more often, reducing wait times for features. Another key objective was upskilling of Covéa teams and people so that they can continue to develop and operate the system once our engagement concludes. </a:t>
            </a:r>
            <a:endParaRPr sz="1000">
              <a:solidFill>
                <a:srgbClr val="1A1A1A"/>
              </a:solidFill>
              <a:latin typeface="Lexend Light"/>
              <a:ea typeface="Lexend Light"/>
              <a:cs typeface="Lexend Light"/>
              <a:sym typeface="Lexend Light"/>
            </a:endParaRPr>
          </a:p>
          <a:p>
            <a:pPr indent="0" lvl="0" marL="0" rtl="0" algn="l">
              <a:lnSpc>
                <a:spcPct val="115000"/>
              </a:lnSpc>
              <a:spcBef>
                <a:spcPts val="0"/>
              </a:spcBef>
              <a:spcAft>
                <a:spcPts val="0"/>
              </a:spcAft>
              <a:buNone/>
            </a:pPr>
            <a:r>
              <a:t/>
            </a:r>
            <a:endParaRPr sz="1000">
              <a:solidFill>
                <a:srgbClr val="1A1A1A"/>
              </a:solidFill>
              <a:latin typeface="Lexend Light"/>
              <a:ea typeface="Lexend Light"/>
              <a:cs typeface="Lexend Light"/>
              <a:sym typeface="Lexend Light"/>
            </a:endParaRPr>
          </a:p>
        </p:txBody>
      </p:sp>
      <p:sp>
        <p:nvSpPr>
          <p:cNvPr id="1099" name="Google Shape;1099;p50"/>
          <p:cNvSpPr/>
          <p:nvPr/>
        </p:nvSpPr>
        <p:spPr>
          <a:xfrm rot="2700000">
            <a:off x="8251292" y="-95856"/>
            <a:ext cx="1326249" cy="652518"/>
          </a:xfrm>
          <a:prstGeom prst="triangle">
            <a:avLst>
              <a:gd fmla="val 50000" name="adj"/>
            </a:avLst>
          </a:prstGeom>
          <a:solidFill>
            <a:srgbClr val="3CC0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0" name="Google Shape;1100;p50"/>
          <p:cNvSpPr txBox="1"/>
          <p:nvPr/>
        </p:nvSpPr>
        <p:spPr>
          <a:xfrm rot="2700000">
            <a:off x="8163081" y="84021"/>
            <a:ext cx="1392859" cy="393717"/>
          </a:xfrm>
          <a:prstGeom prst="rect">
            <a:avLst/>
          </a:prstGeom>
          <a:noFill/>
          <a:ln>
            <a:noFill/>
          </a:ln>
        </p:spPr>
        <p:txBody>
          <a:bodyPr anchorCtr="0" anchor="t" bIns="91425" lIns="0" spcFirstLastPara="1" rIns="0" wrap="square" tIns="91425">
            <a:noAutofit/>
          </a:bodyPr>
          <a:lstStyle/>
          <a:p>
            <a:pPr indent="0" lvl="0" marL="0" rtl="0" algn="ctr">
              <a:lnSpc>
                <a:spcPct val="80000"/>
              </a:lnSpc>
              <a:spcBef>
                <a:spcPts val="0"/>
              </a:spcBef>
              <a:spcAft>
                <a:spcPts val="0"/>
              </a:spcAft>
              <a:buNone/>
            </a:pPr>
            <a:r>
              <a:rPr b="1" lang="en-GB" sz="1200">
                <a:solidFill>
                  <a:schemeClr val="lt1"/>
                </a:solidFill>
                <a:latin typeface="Lexend"/>
                <a:ea typeface="Lexend"/>
                <a:cs typeface="Lexend"/>
                <a:sym typeface="Lexend"/>
              </a:rPr>
              <a:t>CASE</a:t>
            </a:r>
            <a:br>
              <a:rPr b="1" lang="en-GB" sz="1200">
                <a:solidFill>
                  <a:schemeClr val="lt1"/>
                </a:solidFill>
                <a:latin typeface="Lexend"/>
                <a:ea typeface="Lexend"/>
                <a:cs typeface="Lexend"/>
                <a:sym typeface="Lexend"/>
              </a:rPr>
            </a:br>
            <a:r>
              <a:rPr b="1" lang="en-GB" sz="1200">
                <a:solidFill>
                  <a:schemeClr val="lt1"/>
                </a:solidFill>
                <a:latin typeface="Lexend"/>
                <a:ea typeface="Lexend"/>
                <a:cs typeface="Lexend"/>
                <a:sym typeface="Lexend"/>
              </a:rPr>
              <a:t>STUDY</a:t>
            </a:r>
            <a:endParaRPr b="1" sz="1200">
              <a:solidFill>
                <a:schemeClr val="lt1"/>
              </a:solidFill>
              <a:latin typeface="Lexend"/>
              <a:ea typeface="Lexend"/>
              <a:cs typeface="Lexend"/>
              <a:sym typeface="Lexend"/>
            </a:endParaRPr>
          </a:p>
        </p:txBody>
      </p:sp>
      <p:pic>
        <p:nvPicPr>
          <p:cNvPr id="1101" name="Google Shape;1101;p50"/>
          <p:cNvPicPr preferRelativeResize="0"/>
          <p:nvPr/>
        </p:nvPicPr>
        <p:blipFill rotWithShape="1">
          <a:blip r:embed="rId2">
            <a:alphaModFix/>
          </a:blip>
          <a:srcRect b="494" l="9867" r="49891" t="-7894"/>
          <a:stretch/>
        </p:blipFill>
        <p:spPr>
          <a:xfrm>
            <a:off x="397675" y="837350"/>
            <a:ext cx="2206525" cy="3986100"/>
          </a:xfrm>
          <a:prstGeom prst="rect">
            <a:avLst/>
          </a:prstGeom>
          <a:noFill/>
          <a:ln>
            <a:noFill/>
          </a:ln>
        </p:spPr>
      </p:pic>
      <p:pic>
        <p:nvPicPr>
          <p:cNvPr id="1102" name="Google Shape;1102;p50"/>
          <p:cNvPicPr preferRelativeResize="0"/>
          <p:nvPr/>
        </p:nvPicPr>
        <p:blipFill rotWithShape="1">
          <a:blip r:embed="rId3">
            <a:alphaModFix/>
          </a:blip>
          <a:srcRect b="0" l="62992" r="19068" t="0"/>
          <a:stretch/>
        </p:blipFill>
        <p:spPr>
          <a:xfrm>
            <a:off x="397675" y="410150"/>
            <a:ext cx="2206526" cy="4413300"/>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ient Logos - Finance">
  <p:cSld name="CUSTOM_1_1_1">
    <p:spTree>
      <p:nvGrpSpPr>
        <p:cNvPr id="1103" name="Shape 1103"/>
        <p:cNvGrpSpPr/>
        <p:nvPr/>
      </p:nvGrpSpPr>
      <p:grpSpPr>
        <a:xfrm>
          <a:off x="0" y="0"/>
          <a:ext cx="0" cy="0"/>
          <a:chOff x="0" y="0"/>
          <a:chExt cx="0" cy="0"/>
        </a:xfrm>
      </p:grpSpPr>
      <p:grpSp>
        <p:nvGrpSpPr>
          <p:cNvPr id="1104" name="Google Shape;1104;p51"/>
          <p:cNvGrpSpPr/>
          <p:nvPr/>
        </p:nvGrpSpPr>
        <p:grpSpPr>
          <a:xfrm>
            <a:off x="-1" y="-19"/>
            <a:ext cx="704286" cy="5143552"/>
            <a:chOff x="360000" y="360000"/>
            <a:chExt cx="446146" cy="3258300"/>
          </a:xfrm>
        </p:grpSpPr>
        <p:sp>
          <p:nvSpPr>
            <p:cNvPr id="1105" name="Google Shape;1105;p51"/>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6" name="Google Shape;1106;p51"/>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7" name="Google Shape;1107;p51"/>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108" name="Google Shape;1108;p51"/>
          <p:cNvGrpSpPr/>
          <p:nvPr/>
        </p:nvGrpSpPr>
        <p:grpSpPr>
          <a:xfrm>
            <a:off x="492900" y="417425"/>
            <a:ext cx="4470300" cy="725125"/>
            <a:chOff x="562325" y="466925"/>
            <a:chExt cx="4470300" cy="725125"/>
          </a:xfrm>
        </p:grpSpPr>
        <p:sp>
          <p:nvSpPr>
            <p:cNvPr id="1109" name="Google Shape;1109;p51"/>
            <p:cNvSpPr txBox="1"/>
            <p:nvPr/>
          </p:nvSpPr>
          <p:spPr>
            <a:xfrm>
              <a:off x="638525" y="722850"/>
              <a:ext cx="43941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rgbClr val="0F618C"/>
                  </a:solidFill>
                  <a:latin typeface="Lexend"/>
                  <a:ea typeface="Lexend"/>
                  <a:cs typeface="Lexend"/>
                  <a:sym typeface="Lexend"/>
                </a:rPr>
                <a:t>Finance </a:t>
              </a:r>
              <a:endParaRPr sz="3500">
                <a:solidFill>
                  <a:srgbClr val="196B98"/>
                </a:solidFill>
                <a:latin typeface="Lexend"/>
                <a:ea typeface="Lexend"/>
                <a:cs typeface="Lexend"/>
                <a:sym typeface="Lexend"/>
              </a:endParaRPr>
            </a:p>
          </p:txBody>
        </p:sp>
        <p:sp>
          <p:nvSpPr>
            <p:cNvPr id="1110" name="Google Shape;1110;p51"/>
            <p:cNvSpPr txBox="1"/>
            <p:nvPr/>
          </p:nvSpPr>
          <p:spPr>
            <a:xfrm>
              <a:off x="562325" y="466925"/>
              <a:ext cx="2907600" cy="369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GB" sz="1200">
                  <a:solidFill>
                    <a:srgbClr val="2095D3"/>
                  </a:solidFill>
                  <a:latin typeface="Lexend"/>
                  <a:ea typeface="Lexend"/>
                  <a:cs typeface="Lexend"/>
                  <a:sym typeface="Lexend"/>
                </a:rPr>
                <a:t>OUR CUSTOMERS</a:t>
              </a:r>
              <a:endParaRPr sz="1200">
                <a:solidFill>
                  <a:srgbClr val="2095D3"/>
                </a:solidFill>
                <a:latin typeface="Lexend"/>
                <a:ea typeface="Lexend"/>
                <a:cs typeface="Lexend"/>
                <a:sym typeface="Lexend"/>
              </a:endParaRPr>
            </a:p>
          </p:txBody>
        </p:sp>
      </p:grpSp>
      <p:sp>
        <p:nvSpPr>
          <p:cNvPr id="1111" name="Google Shape;1111;p51"/>
          <p:cNvSpPr/>
          <p:nvPr/>
        </p:nvSpPr>
        <p:spPr>
          <a:xfrm>
            <a:off x="575900" y="1281782"/>
            <a:ext cx="1094134" cy="595613"/>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12" name="Google Shape;1112;p51"/>
          <p:cNvSpPr/>
          <p:nvPr/>
        </p:nvSpPr>
        <p:spPr>
          <a:xfrm>
            <a:off x="1749121" y="1281782"/>
            <a:ext cx="1094134" cy="595613"/>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13" name="Google Shape;1113;p51"/>
          <p:cNvSpPr/>
          <p:nvPr/>
        </p:nvSpPr>
        <p:spPr>
          <a:xfrm>
            <a:off x="2922343" y="1281782"/>
            <a:ext cx="1094134" cy="595613"/>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14" name="Google Shape;1114;p51"/>
          <p:cNvSpPr/>
          <p:nvPr/>
        </p:nvSpPr>
        <p:spPr>
          <a:xfrm>
            <a:off x="4095564" y="1281782"/>
            <a:ext cx="1094134" cy="595613"/>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15" name="Google Shape;1115;p51"/>
          <p:cNvSpPr/>
          <p:nvPr/>
        </p:nvSpPr>
        <p:spPr>
          <a:xfrm>
            <a:off x="5268786" y="1281782"/>
            <a:ext cx="1094134" cy="595613"/>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16" name="Google Shape;1116;p51"/>
          <p:cNvSpPr/>
          <p:nvPr/>
        </p:nvSpPr>
        <p:spPr>
          <a:xfrm>
            <a:off x="6442007" y="1281782"/>
            <a:ext cx="1094134" cy="595613"/>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17" name="Google Shape;1117;p51"/>
          <p:cNvSpPr/>
          <p:nvPr/>
        </p:nvSpPr>
        <p:spPr>
          <a:xfrm>
            <a:off x="7615228" y="1281782"/>
            <a:ext cx="1094134" cy="595613"/>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18" name="Google Shape;1118;p51"/>
          <p:cNvSpPr/>
          <p:nvPr/>
        </p:nvSpPr>
        <p:spPr>
          <a:xfrm>
            <a:off x="575900" y="1958452"/>
            <a:ext cx="1094134" cy="595613"/>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19" name="Google Shape;1119;p51"/>
          <p:cNvSpPr/>
          <p:nvPr/>
        </p:nvSpPr>
        <p:spPr>
          <a:xfrm>
            <a:off x="1749121" y="1958452"/>
            <a:ext cx="1094134" cy="595613"/>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20" name="Google Shape;1120;p51"/>
          <p:cNvSpPr/>
          <p:nvPr/>
        </p:nvSpPr>
        <p:spPr>
          <a:xfrm>
            <a:off x="2922343" y="1958452"/>
            <a:ext cx="1094134" cy="595613"/>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21" name="Google Shape;1121;p51"/>
          <p:cNvSpPr/>
          <p:nvPr/>
        </p:nvSpPr>
        <p:spPr>
          <a:xfrm>
            <a:off x="4095564" y="1958452"/>
            <a:ext cx="1094134" cy="595613"/>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22" name="Google Shape;1122;p51"/>
          <p:cNvSpPr/>
          <p:nvPr/>
        </p:nvSpPr>
        <p:spPr>
          <a:xfrm>
            <a:off x="5268786" y="1958452"/>
            <a:ext cx="1094134" cy="595613"/>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23" name="Google Shape;1123;p51"/>
          <p:cNvSpPr/>
          <p:nvPr/>
        </p:nvSpPr>
        <p:spPr>
          <a:xfrm>
            <a:off x="6442007" y="1958452"/>
            <a:ext cx="1094134" cy="595613"/>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24" name="Google Shape;1124;p51"/>
          <p:cNvSpPr/>
          <p:nvPr/>
        </p:nvSpPr>
        <p:spPr>
          <a:xfrm>
            <a:off x="7615228" y="1958452"/>
            <a:ext cx="1094134" cy="595613"/>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grpSp>
        <p:nvGrpSpPr>
          <p:cNvPr id="1125" name="Google Shape;1125;p51"/>
          <p:cNvGrpSpPr/>
          <p:nvPr/>
        </p:nvGrpSpPr>
        <p:grpSpPr>
          <a:xfrm>
            <a:off x="575900" y="2635122"/>
            <a:ext cx="8133462" cy="595613"/>
            <a:chOff x="669848" y="1662399"/>
            <a:chExt cx="9098850" cy="539700"/>
          </a:xfrm>
        </p:grpSpPr>
        <p:sp>
          <p:nvSpPr>
            <p:cNvPr id="1126" name="Google Shape;1126;p51"/>
            <p:cNvSpPr/>
            <p:nvPr/>
          </p:nvSpPr>
          <p:spPr>
            <a:xfrm>
              <a:off x="66984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27" name="Google Shape;1127;p51"/>
            <p:cNvSpPr/>
            <p:nvPr/>
          </p:nvSpPr>
          <p:spPr>
            <a:xfrm>
              <a:off x="198232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28" name="Google Shape;1128;p51"/>
            <p:cNvSpPr/>
            <p:nvPr/>
          </p:nvSpPr>
          <p:spPr>
            <a:xfrm>
              <a:off x="329479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29" name="Google Shape;1129;p51"/>
            <p:cNvSpPr/>
            <p:nvPr/>
          </p:nvSpPr>
          <p:spPr>
            <a:xfrm>
              <a:off x="460727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30" name="Google Shape;1130;p51"/>
            <p:cNvSpPr/>
            <p:nvPr/>
          </p:nvSpPr>
          <p:spPr>
            <a:xfrm>
              <a:off x="591974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31" name="Google Shape;1131;p51"/>
            <p:cNvSpPr/>
            <p:nvPr/>
          </p:nvSpPr>
          <p:spPr>
            <a:xfrm>
              <a:off x="723222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32" name="Google Shape;1132;p51"/>
            <p:cNvSpPr/>
            <p:nvPr/>
          </p:nvSpPr>
          <p:spPr>
            <a:xfrm>
              <a:off x="854469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grpSp>
      <p:grpSp>
        <p:nvGrpSpPr>
          <p:cNvPr id="1133" name="Google Shape;1133;p51"/>
          <p:cNvGrpSpPr/>
          <p:nvPr/>
        </p:nvGrpSpPr>
        <p:grpSpPr>
          <a:xfrm>
            <a:off x="575900" y="3311792"/>
            <a:ext cx="8133462" cy="595613"/>
            <a:chOff x="669848" y="1662399"/>
            <a:chExt cx="9098850" cy="539700"/>
          </a:xfrm>
        </p:grpSpPr>
        <p:sp>
          <p:nvSpPr>
            <p:cNvPr id="1134" name="Google Shape;1134;p51"/>
            <p:cNvSpPr/>
            <p:nvPr/>
          </p:nvSpPr>
          <p:spPr>
            <a:xfrm>
              <a:off x="66984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35" name="Google Shape;1135;p51"/>
            <p:cNvSpPr/>
            <p:nvPr/>
          </p:nvSpPr>
          <p:spPr>
            <a:xfrm>
              <a:off x="198232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36" name="Google Shape;1136;p51"/>
            <p:cNvSpPr/>
            <p:nvPr/>
          </p:nvSpPr>
          <p:spPr>
            <a:xfrm>
              <a:off x="329479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37" name="Google Shape;1137;p51"/>
            <p:cNvSpPr/>
            <p:nvPr/>
          </p:nvSpPr>
          <p:spPr>
            <a:xfrm>
              <a:off x="460727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38" name="Google Shape;1138;p51"/>
            <p:cNvSpPr/>
            <p:nvPr/>
          </p:nvSpPr>
          <p:spPr>
            <a:xfrm>
              <a:off x="591974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39" name="Google Shape;1139;p51"/>
            <p:cNvSpPr/>
            <p:nvPr/>
          </p:nvSpPr>
          <p:spPr>
            <a:xfrm>
              <a:off x="723222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40" name="Google Shape;1140;p51"/>
            <p:cNvSpPr/>
            <p:nvPr/>
          </p:nvSpPr>
          <p:spPr>
            <a:xfrm>
              <a:off x="854469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grpSp>
      <p:grpSp>
        <p:nvGrpSpPr>
          <p:cNvPr id="1141" name="Google Shape;1141;p51"/>
          <p:cNvGrpSpPr/>
          <p:nvPr/>
        </p:nvGrpSpPr>
        <p:grpSpPr>
          <a:xfrm>
            <a:off x="575912" y="3988462"/>
            <a:ext cx="8133462" cy="595613"/>
            <a:chOff x="669848" y="1662399"/>
            <a:chExt cx="9098850" cy="539700"/>
          </a:xfrm>
        </p:grpSpPr>
        <p:sp>
          <p:nvSpPr>
            <p:cNvPr id="1142" name="Google Shape;1142;p51"/>
            <p:cNvSpPr/>
            <p:nvPr/>
          </p:nvSpPr>
          <p:spPr>
            <a:xfrm>
              <a:off x="66984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43" name="Google Shape;1143;p51"/>
            <p:cNvSpPr/>
            <p:nvPr/>
          </p:nvSpPr>
          <p:spPr>
            <a:xfrm>
              <a:off x="198232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44" name="Google Shape;1144;p51"/>
            <p:cNvSpPr/>
            <p:nvPr/>
          </p:nvSpPr>
          <p:spPr>
            <a:xfrm>
              <a:off x="329479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45" name="Google Shape;1145;p51"/>
            <p:cNvSpPr/>
            <p:nvPr/>
          </p:nvSpPr>
          <p:spPr>
            <a:xfrm>
              <a:off x="460727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46" name="Google Shape;1146;p51"/>
            <p:cNvSpPr/>
            <p:nvPr/>
          </p:nvSpPr>
          <p:spPr>
            <a:xfrm>
              <a:off x="591974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47" name="Google Shape;1147;p51"/>
            <p:cNvSpPr/>
            <p:nvPr/>
          </p:nvSpPr>
          <p:spPr>
            <a:xfrm>
              <a:off x="723222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48" name="Google Shape;1148;p51"/>
            <p:cNvSpPr/>
            <p:nvPr/>
          </p:nvSpPr>
          <p:spPr>
            <a:xfrm>
              <a:off x="854469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grpSp>
      <p:pic>
        <p:nvPicPr>
          <p:cNvPr id="1149" name="Google Shape;1149;p51"/>
          <p:cNvPicPr preferRelativeResize="0"/>
          <p:nvPr/>
        </p:nvPicPr>
        <p:blipFill>
          <a:blip r:embed="rId2">
            <a:alphaModFix/>
          </a:blip>
          <a:stretch>
            <a:fillRect/>
          </a:stretch>
        </p:blipFill>
        <p:spPr>
          <a:xfrm>
            <a:off x="739345" y="1484968"/>
            <a:ext cx="761841" cy="190465"/>
          </a:xfrm>
          <a:prstGeom prst="rect">
            <a:avLst/>
          </a:prstGeom>
          <a:noFill/>
          <a:ln>
            <a:noFill/>
          </a:ln>
        </p:spPr>
      </p:pic>
      <p:pic>
        <p:nvPicPr>
          <p:cNvPr id="1150" name="Google Shape;1150;p51"/>
          <p:cNvPicPr preferRelativeResize="0"/>
          <p:nvPr/>
        </p:nvPicPr>
        <p:blipFill>
          <a:blip r:embed="rId3">
            <a:alphaModFix/>
          </a:blip>
          <a:stretch>
            <a:fillRect/>
          </a:stretch>
        </p:blipFill>
        <p:spPr>
          <a:xfrm>
            <a:off x="1948535" y="1484968"/>
            <a:ext cx="707927" cy="190466"/>
          </a:xfrm>
          <a:prstGeom prst="rect">
            <a:avLst/>
          </a:prstGeom>
          <a:noFill/>
          <a:ln>
            <a:noFill/>
          </a:ln>
        </p:spPr>
      </p:pic>
      <p:pic>
        <p:nvPicPr>
          <p:cNvPr id="1151" name="Google Shape;1151;p51"/>
          <p:cNvPicPr preferRelativeResize="0"/>
          <p:nvPr/>
        </p:nvPicPr>
        <p:blipFill rotWithShape="1">
          <a:blip r:embed="rId4">
            <a:alphaModFix/>
          </a:blip>
          <a:srcRect b="0" l="0" r="0" t="0"/>
          <a:stretch/>
        </p:blipFill>
        <p:spPr>
          <a:xfrm>
            <a:off x="4307618" y="3488682"/>
            <a:ext cx="651875" cy="252295"/>
          </a:xfrm>
          <a:prstGeom prst="rect">
            <a:avLst/>
          </a:prstGeom>
          <a:noFill/>
          <a:ln>
            <a:noFill/>
          </a:ln>
        </p:spPr>
      </p:pic>
      <p:pic>
        <p:nvPicPr>
          <p:cNvPr id="1152" name="Google Shape;1152;p51"/>
          <p:cNvPicPr preferRelativeResize="0"/>
          <p:nvPr/>
        </p:nvPicPr>
        <p:blipFill rotWithShape="1">
          <a:blip r:embed="rId5">
            <a:alphaModFix/>
          </a:blip>
          <a:srcRect b="0" l="0" r="0" t="0"/>
          <a:stretch/>
        </p:blipFill>
        <p:spPr>
          <a:xfrm>
            <a:off x="953858" y="4119816"/>
            <a:ext cx="332810" cy="332810"/>
          </a:xfrm>
          <a:prstGeom prst="rect">
            <a:avLst/>
          </a:prstGeom>
          <a:noFill/>
          <a:ln>
            <a:noFill/>
          </a:ln>
        </p:spPr>
      </p:pic>
      <p:pic>
        <p:nvPicPr>
          <p:cNvPr id="1153" name="Google Shape;1153;p51"/>
          <p:cNvPicPr preferRelativeResize="0"/>
          <p:nvPr/>
        </p:nvPicPr>
        <p:blipFill rotWithShape="1">
          <a:blip r:embed="rId6">
            <a:alphaModFix/>
          </a:blip>
          <a:srcRect b="0" l="0" r="0" t="0"/>
          <a:stretch/>
        </p:blipFill>
        <p:spPr>
          <a:xfrm>
            <a:off x="766297" y="3549858"/>
            <a:ext cx="707936" cy="119462"/>
          </a:xfrm>
          <a:prstGeom prst="rect">
            <a:avLst/>
          </a:prstGeom>
          <a:noFill/>
          <a:ln>
            <a:noFill/>
          </a:ln>
        </p:spPr>
      </p:pic>
      <p:pic>
        <p:nvPicPr>
          <p:cNvPr id="1154" name="Google Shape;1154;p51"/>
          <p:cNvPicPr preferRelativeResize="0"/>
          <p:nvPr/>
        </p:nvPicPr>
        <p:blipFill rotWithShape="1">
          <a:blip r:embed="rId7">
            <a:alphaModFix/>
          </a:blip>
          <a:srcRect b="0" l="0" r="0" t="0"/>
          <a:stretch/>
        </p:blipFill>
        <p:spPr>
          <a:xfrm>
            <a:off x="1927354" y="2836640"/>
            <a:ext cx="761840" cy="164534"/>
          </a:xfrm>
          <a:prstGeom prst="rect">
            <a:avLst/>
          </a:prstGeom>
          <a:noFill/>
          <a:ln>
            <a:noFill/>
          </a:ln>
        </p:spPr>
      </p:pic>
      <p:pic>
        <p:nvPicPr>
          <p:cNvPr id="1155" name="Google Shape;1155;p51"/>
          <p:cNvPicPr preferRelativeResize="0"/>
          <p:nvPr/>
        </p:nvPicPr>
        <p:blipFill>
          <a:blip r:embed="rId8">
            <a:alphaModFix/>
          </a:blip>
          <a:stretch>
            <a:fillRect/>
          </a:stretch>
        </p:blipFill>
        <p:spPr>
          <a:xfrm>
            <a:off x="3103812" y="1504679"/>
            <a:ext cx="676539" cy="151044"/>
          </a:xfrm>
          <a:prstGeom prst="rect">
            <a:avLst/>
          </a:prstGeom>
          <a:noFill/>
          <a:ln>
            <a:noFill/>
          </a:ln>
        </p:spPr>
      </p:pic>
      <p:pic>
        <p:nvPicPr>
          <p:cNvPr id="1156" name="Google Shape;1156;p51"/>
          <p:cNvPicPr preferRelativeResize="0"/>
          <p:nvPr/>
        </p:nvPicPr>
        <p:blipFill>
          <a:blip r:embed="rId9">
            <a:alphaModFix/>
          </a:blip>
          <a:stretch>
            <a:fillRect/>
          </a:stretch>
        </p:blipFill>
        <p:spPr>
          <a:xfrm>
            <a:off x="4227701" y="1504685"/>
            <a:ext cx="761836" cy="151031"/>
          </a:xfrm>
          <a:prstGeom prst="rect">
            <a:avLst/>
          </a:prstGeom>
          <a:noFill/>
          <a:ln>
            <a:noFill/>
          </a:ln>
        </p:spPr>
      </p:pic>
      <p:pic>
        <p:nvPicPr>
          <p:cNvPr id="1157" name="Google Shape;1157;p51"/>
          <p:cNvPicPr preferRelativeResize="0"/>
          <p:nvPr/>
        </p:nvPicPr>
        <p:blipFill>
          <a:blip r:embed="rId10">
            <a:alphaModFix/>
          </a:blip>
          <a:stretch>
            <a:fillRect/>
          </a:stretch>
        </p:blipFill>
        <p:spPr>
          <a:xfrm>
            <a:off x="5436887" y="1501650"/>
            <a:ext cx="707932" cy="157101"/>
          </a:xfrm>
          <a:prstGeom prst="rect">
            <a:avLst/>
          </a:prstGeom>
          <a:noFill/>
          <a:ln>
            <a:noFill/>
          </a:ln>
        </p:spPr>
      </p:pic>
      <p:pic>
        <p:nvPicPr>
          <p:cNvPr id="1158" name="Google Shape;1158;p51"/>
          <p:cNvPicPr preferRelativeResize="0"/>
          <p:nvPr/>
        </p:nvPicPr>
        <p:blipFill rotWithShape="1">
          <a:blip r:embed="rId11">
            <a:alphaModFix/>
          </a:blip>
          <a:srcRect b="29514" l="10488" r="10473" t="28776"/>
          <a:stretch/>
        </p:blipFill>
        <p:spPr>
          <a:xfrm>
            <a:off x="6592169" y="1458627"/>
            <a:ext cx="767625" cy="243147"/>
          </a:xfrm>
          <a:prstGeom prst="rect">
            <a:avLst/>
          </a:prstGeom>
          <a:noFill/>
          <a:ln>
            <a:noFill/>
          </a:ln>
        </p:spPr>
      </p:pic>
      <p:pic>
        <p:nvPicPr>
          <p:cNvPr id="1159" name="Google Shape;1159;p51"/>
          <p:cNvPicPr preferRelativeResize="0"/>
          <p:nvPr/>
        </p:nvPicPr>
        <p:blipFill>
          <a:blip r:embed="rId12">
            <a:alphaModFix/>
          </a:blip>
          <a:stretch>
            <a:fillRect/>
          </a:stretch>
        </p:blipFill>
        <p:spPr>
          <a:xfrm>
            <a:off x="7807143" y="1518006"/>
            <a:ext cx="707933" cy="124390"/>
          </a:xfrm>
          <a:prstGeom prst="rect">
            <a:avLst/>
          </a:prstGeom>
          <a:noFill/>
          <a:ln>
            <a:noFill/>
          </a:ln>
        </p:spPr>
      </p:pic>
      <p:pic>
        <p:nvPicPr>
          <p:cNvPr id="1160" name="Google Shape;1160;p51"/>
          <p:cNvPicPr preferRelativeResize="0"/>
          <p:nvPr/>
        </p:nvPicPr>
        <p:blipFill>
          <a:blip r:embed="rId13">
            <a:alphaModFix/>
          </a:blip>
          <a:stretch>
            <a:fillRect/>
          </a:stretch>
        </p:blipFill>
        <p:spPr>
          <a:xfrm>
            <a:off x="781987" y="2156335"/>
            <a:ext cx="676557" cy="199862"/>
          </a:xfrm>
          <a:prstGeom prst="rect">
            <a:avLst/>
          </a:prstGeom>
          <a:noFill/>
          <a:ln>
            <a:noFill/>
          </a:ln>
        </p:spPr>
      </p:pic>
      <p:pic>
        <p:nvPicPr>
          <p:cNvPr id="1161" name="Google Shape;1161;p51"/>
          <p:cNvPicPr preferRelativeResize="0"/>
          <p:nvPr/>
        </p:nvPicPr>
        <p:blipFill>
          <a:blip r:embed="rId14">
            <a:alphaModFix/>
          </a:blip>
          <a:stretch>
            <a:fillRect/>
          </a:stretch>
        </p:blipFill>
        <p:spPr>
          <a:xfrm>
            <a:off x="2002112" y="2144430"/>
            <a:ext cx="589094" cy="223672"/>
          </a:xfrm>
          <a:prstGeom prst="rect">
            <a:avLst/>
          </a:prstGeom>
          <a:noFill/>
          <a:ln>
            <a:noFill/>
          </a:ln>
        </p:spPr>
      </p:pic>
      <p:pic>
        <p:nvPicPr>
          <p:cNvPr id="1162" name="Google Shape;1162;p51"/>
          <p:cNvPicPr preferRelativeResize="0"/>
          <p:nvPr/>
        </p:nvPicPr>
        <p:blipFill>
          <a:blip r:embed="rId15">
            <a:alphaModFix/>
          </a:blip>
          <a:stretch>
            <a:fillRect/>
          </a:stretch>
        </p:blipFill>
        <p:spPr>
          <a:xfrm>
            <a:off x="3134750" y="2164732"/>
            <a:ext cx="651871" cy="183066"/>
          </a:xfrm>
          <a:prstGeom prst="rect">
            <a:avLst/>
          </a:prstGeom>
          <a:noFill/>
          <a:ln>
            <a:noFill/>
          </a:ln>
        </p:spPr>
      </p:pic>
      <p:pic>
        <p:nvPicPr>
          <p:cNvPr id="1163" name="Google Shape;1163;p51"/>
          <p:cNvPicPr preferRelativeResize="0"/>
          <p:nvPr/>
        </p:nvPicPr>
        <p:blipFill>
          <a:blip r:embed="rId16">
            <a:alphaModFix/>
          </a:blip>
          <a:stretch>
            <a:fillRect/>
          </a:stretch>
        </p:blipFill>
        <p:spPr>
          <a:xfrm>
            <a:off x="4288677" y="2199282"/>
            <a:ext cx="707932" cy="113967"/>
          </a:xfrm>
          <a:prstGeom prst="rect">
            <a:avLst/>
          </a:prstGeom>
          <a:noFill/>
          <a:ln>
            <a:noFill/>
          </a:ln>
        </p:spPr>
      </p:pic>
      <p:pic>
        <p:nvPicPr>
          <p:cNvPr id="1164" name="Google Shape;1164;p51"/>
          <p:cNvPicPr preferRelativeResize="0"/>
          <p:nvPr/>
        </p:nvPicPr>
        <p:blipFill>
          <a:blip r:embed="rId17">
            <a:alphaModFix/>
          </a:blip>
          <a:stretch>
            <a:fillRect/>
          </a:stretch>
        </p:blipFill>
        <p:spPr>
          <a:xfrm>
            <a:off x="5534253" y="2127153"/>
            <a:ext cx="513184" cy="258224"/>
          </a:xfrm>
          <a:prstGeom prst="rect">
            <a:avLst/>
          </a:prstGeom>
          <a:noFill/>
          <a:ln>
            <a:noFill/>
          </a:ln>
        </p:spPr>
      </p:pic>
      <p:pic>
        <p:nvPicPr>
          <p:cNvPr id="1165" name="Google Shape;1165;p51"/>
          <p:cNvPicPr preferRelativeResize="0"/>
          <p:nvPr/>
        </p:nvPicPr>
        <p:blipFill rotWithShape="1">
          <a:blip r:embed="rId18">
            <a:alphaModFix/>
          </a:blip>
          <a:srcRect b="0" l="0" r="0" t="0"/>
          <a:stretch/>
        </p:blipFill>
        <p:spPr>
          <a:xfrm>
            <a:off x="6694080" y="2156339"/>
            <a:ext cx="518902" cy="199854"/>
          </a:xfrm>
          <a:prstGeom prst="rect">
            <a:avLst/>
          </a:prstGeom>
          <a:noFill/>
          <a:ln>
            <a:noFill/>
          </a:ln>
        </p:spPr>
      </p:pic>
      <p:pic>
        <p:nvPicPr>
          <p:cNvPr id="1166" name="Google Shape;1166;p51"/>
          <p:cNvPicPr preferRelativeResize="0"/>
          <p:nvPr/>
        </p:nvPicPr>
        <p:blipFill>
          <a:blip r:embed="rId19">
            <a:alphaModFix/>
          </a:blip>
          <a:stretch>
            <a:fillRect/>
          </a:stretch>
        </p:blipFill>
        <p:spPr>
          <a:xfrm>
            <a:off x="7946863" y="2089859"/>
            <a:ext cx="428514" cy="332813"/>
          </a:xfrm>
          <a:prstGeom prst="rect">
            <a:avLst/>
          </a:prstGeom>
          <a:noFill/>
          <a:ln>
            <a:noFill/>
          </a:ln>
        </p:spPr>
      </p:pic>
      <p:pic>
        <p:nvPicPr>
          <p:cNvPr id="1167" name="Google Shape;1167;p51"/>
          <p:cNvPicPr preferRelativeResize="0"/>
          <p:nvPr/>
        </p:nvPicPr>
        <p:blipFill>
          <a:blip r:embed="rId20">
            <a:alphaModFix/>
          </a:blip>
          <a:stretch>
            <a:fillRect/>
          </a:stretch>
        </p:blipFill>
        <p:spPr>
          <a:xfrm>
            <a:off x="862671" y="2766536"/>
            <a:ext cx="515190" cy="332814"/>
          </a:xfrm>
          <a:prstGeom prst="rect">
            <a:avLst/>
          </a:prstGeom>
          <a:noFill/>
          <a:ln>
            <a:noFill/>
          </a:ln>
        </p:spPr>
      </p:pic>
      <p:pic>
        <p:nvPicPr>
          <p:cNvPr id="1168" name="Google Shape;1168;p51"/>
          <p:cNvPicPr preferRelativeResize="0"/>
          <p:nvPr/>
        </p:nvPicPr>
        <p:blipFill>
          <a:blip r:embed="rId21">
            <a:alphaModFix/>
          </a:blip>
          <a:stretch>
            <a:fillRect/>
          </a:stretch>
        </p:blipFill>
        <p:spPr>
          <a:xfrm>
            <a:off x="3170741" y="2745467"/>
            <a:ext cx="613819" cy="306909"/>
          </a:xfrm>
          <a:prstGeom prst="rect">
            <a:avLst/>
          </a:prstGeom>
          <a:noFill/>
          <a:ln>
            <a:noFill/>
          </a:ln>
        </p:spPr>
      </p:pic>
      <p:pic>
        <p:nvPicPr>
          <p:cNvPr id="1169" name="Google Shape;1169;p51"/>
          <p:cNvPicPr preferRelativeResize="0"/>
          <p:nvPr/>
        </p:nvPicPr>
        <p:blipFill>
          <a:blip r:embed="rId22">
            <a:alphaModFix/>
          </a:blip>
          <a:stretch>
            <a:fillRect/>
          </a:stretch>
        </p:blipFill>
        <p:spPr>
          <a:xfrm>
            <a:off x="4266102" y="2812682"/>
            <a:ext cx="778993" cy="223671"/>
          </a:xfrm>
          <a:prstGeom prst="rect">
            <a:avLst/>
          </a:prstGeom>
          <a:noFill/>
          <a:ln>
            <a:noFill/>
          </a:ln>
        </p:spPr>
      </p:pic>
      <p:pic>
        <p:nvPicPr>
          <p:cNvPr id="1170" name="Google Shape;1170;p51"/>
          <p:cNvPicPr preferRelativeResize="0"/>
          <p:nvPr/>
        </p:nvPicPr>
        <p:blipFill rotWithShape="1">
          <a:blip r:embed="rId23">
            <a:alphaModFix/>
          </a:blip>
          <a:srcRect b="34840" l="5565" r="5253" t="42105"/>
          <a:stretch/>
        </p:blipFill>
        <p:spPr>
          <a:xfrm>
            <a:off x="5340987" y="2865550"/>
            <a:ext cx="893191" cy="113975"/>
          </a:xfrm>
          <a:prstGeom prst="rect">
            <a:avLst/>
          </a:prstGeom>
          <a:noFill/>
          <a:ln>
            <a:noFill/>
          </a:ln>
        </p:spPr>
      </p:pic>
      <p:pic>
        <p:nvPicPr>
          <p:cNvPr id="1171" name="Google Shape;1171;p51"/>
          <p:cNvPicPr preferRelativeResize="0"/>
          <p:nvPr/>
        </p:nvPicPr>
        <p:blipFill rotWithShape="1">
          <a:blip r:embed="rId24">
            <a:alphaModFix/>
          </a:blip>
          <a:srcRect b="26472" l="13388" r="16075" t="23601"/>
          <a:stretch/>
        </p:blipFill>
        <p:spPr>
          <a:xfrm>
            <a:off x="6622012" y="2819335"/>
            <a:ext cx="707949" cy="225377"/>
          </a:xfrm>
          <a:prstGeom prst="rect">
            <a:avLst/>
          </a:prstGeom>
          <a:noFill/>
          <a:ln>
            <a:noFill/>
          </a:ln>
        </p:spPr>
      </p:pic>
      <p:pic>
        <p:nvPicPr>
          <p:cNvPr id="1172" name="Google Shape;1172;p51"/>
          <p:cNvPicPr preferRelativeResize="0"/>
          <p:nvPr/>
        </p:nvPicPr>
        <p:blipFill>
          <a:blip r:embed="rId25">
            <a:alphaModFix/>
          </a:blip>
          <a:stretch>
            <a:fillRect/>
          </a:stretch>
        </p:blipFill>
        <p:spPr>
          <a:xfrm>
            <a:off x="1897590" y="3534004"/>
            <a:ext cx="761841" cy="151163"/>
          </a:xfrm>
          <a:prstGeom prst="rect">
            <a:avLst/>
          </a:prstGeom>
          <a:noFill/>
          <a:ln>
            <a:noFill/>
          </a:ln>
        </p:spPr>
      </p:pic>
      <p:pic>
        <p:nvPicPr>
          <p:cNvPr id="1173" name="Google Shape;1173;p51"/>
          <p:cNvPicPr preferRelativeResize="0"/>
          <p:nvPr/>
        </p:nvPicPr>
        <p:blipFill>
          <a:blip r:embed="rId26">
            <a:alphaModFix/>
          </a:blip>
          <a:stretch>
            <a:fillRect/>
          </a:stretch>
        </p:blipFill>
        <p:spPr>
          <a:xfrm>
            <a:off x="3122407" y="3371776"/>
            <a:ext cx="676557" cy="450924"/>
          </a:xfrm>
          <a:prstGeom prst="rect">
            <a:avLst/>
          </a:prstGeom>
          <a:noFill/>
          <a:ln>
            <a:noFill/>
          </a:ln>
        </p:spPr>
      </p:pic>
      <p:pic>
        <p:nvPicPr>
          <p:cNvPr id="1174" name="Google Shape;1174;p51"/>
          <p:cNvPicPr preferRelativeResize="0"/>
          <p:nvPr/>
        </p:nvPicPr>
        <p:blipFill rotWithShape="1">
          <a:blip r:embed="rId27">
            <a:alphaModFix/>
          </a:blip>
          <a:srcRect b="31691" l="5712" r="5863" t="32765"/>
          <a:stretch/>
        </p:blipFill>
        <p:spPr>
          <a:xfrm>
            <a:off x="5337000" y="3543043"/>
            <a:ext cx="893200" cy="143556"/>
          </a:xfrm>
          <a:prstGeom prst="rect">
            <a:avLst/>
          </a:prstGeom>
          <a:noFill/>
          <a:ln>
            <a:noFill/>
          </a:ln>
        </p:spPr>
      </p:pic>
      <p:pic>
        <p:nvPicPr>
          <p:cNvPr id="1175" name="Google Shape;1175;p51"/>
          <p:cNvPicPr preferRelativeResize="0"/>
          <p:nvPr/>
        </p:nvPicPr>
        <p:blipFill>
          <a:blip r:embed="rId28">
            <a:alphaModFix/>
          </a:blip>
          <a:stretch>
            <a:fillRect/>
          </a:stretch>
        </p:blipFill>
        <p:spPr>
          <a:xfrm>
            <a:off x="6637691" y="3488719"/>
            <a:ext cx="676557" cy="203497"/>
          </a:xfrm>
          <a:prstGeom prst="rect">
            <a:avLst/>
          </a:prstGeom>
          <a:noFill/>
          <a:ln>
            <a:noFill/>
          </a:ln>
        </p:spPr>
      </p:pic>
      <p:pic>
        <p:nvPicPr>
          <p:cNvPr id="1176" name="Google Shape;1176;p51"/>
          <p:cNvPicPr preferRelativeResize="0"/>
          <p:nvPr/>
        </p:nvPicPr>
        <p:blipFill>
          <a:blip r:embed="rId29">
            <a:alphaModFix/>
          </a:blip>
          <a:stretch>
            <a:fillRect/>
          </a:stretch>
        </p:blipFill>
        <p:spPr>
          <a:xfrm>
            <a:off x="7780203" y="2818393"/>
            <a:ext cx="761839" cy="229076"/>
          </a:xfrm>
          <a:prstGeom prst="rect">
            <a:avLst/>
          </a:prstGeom>
          <a:noFill/>
          <a:ln>
            <a:noFill/>
          </a:ln>
        </p:spPr>
      </p:pic>
      <p:pic>
        <p:nvPicPr>
          <p:cNvPr descr="Tesco-Bank-Current-Account-1.png" id="1177" name="Google Shape;1177;p51"/>
          <p:cNvPicPr preferRelativeResize="0"/>
          <p:nvPr/>
        </p:nvPicPr>
        <p:blipFill rotWithShape="1">
          <a:blip r:embed="rId30">
            <a:alphaModFix/>
          </a:blip>
          <a:srcRect b="0" l="0" r="0" t="0"/>
          <a:stretch/>
        </p:blipFill>
        <p:spPr>
          <a:xfrm>
            <a:off x="7779875" y="3512784"/>
            <a:ext cx="762475" cy="193618"/>
          </a:xfrm>
          <a:prstGeom prst="rect">
            <a:avLst/>
          </a:prstGeom>
          <a:noFill/>
          <a:ln>
            <a:noFill/>
          </a:ln>
        </p:spPr>
      </p:pic>
      <p:pic>
        <p:nvPicPr>
          <p:cNvPr id="1178" name="Google Shape;1178;p51"/>
          <p:cNvPicPr preferRelativeResize="0"/>
          <p:nvPr/>
        </p:nvPicPr>
        <p:blipFill>
          <a:blip r:embed="rId31">
            <a:alphaModFix/>
          </a:blip>
          <a:stretch>
            <a:fillRect/>
          </a:stretch>
        </p:blipFill>
        <p:spPr>
          <a:xfrm>
            <a:off x="1954313" y="4162390"/>
            <a:ext cx="707934" cy="247782"/>
          </a:xfrm>
          <a:prstGeom prst="rect">
            <a:avLst/>
          </a:prstGeom>
          <a:noFill/>
          <a:ln>
            <a:noFill/>
          </a:ln>
        </p:spPr>
      </p:pic>
      <p:pic>
        <p:nvPicPr>
          <p:cNvPr id="1179" name="Google Shape;1179;p51"/>
          <p:cNvPicPr preferRelativeResize="0"/>
          <p:nvPr/>
        </p:nvPicPr>
        <p:blipFill>
          <a:blip r:embed="rId32">
            <a:alphaModFix/>
          </a:blip>
          <a:stretch>
            <a:fillRect/>
          </a:stretch>
        </p:blipFill>
        <p:spPr>
          <a:xfrm>
            <a:off x="3218194" y="4171694"/>
            <a:ext cx="518913" cy="288285"/>
          </a:xfrm>
          <a:prstGeom prst="rect">
            <a:avLst/>
          </a:prstGeom>
          <a:noFill/>
          <a:ln>
            <a:noFill/>
          </a:ln>
        </p:spPr>
      </p:pic>
      <p:pic>
        <p:nvPicPr>
          <p:cNvPr id="1180" name="Google Shape;1180;p51"/>
          <p:cNvPicPr preferRelativeResize="0"/>
          <p:nvPr/>
        </p:nvPicPr>
        <p:blipFill>
          <a:blip r:embed="rId33">
            <a:alphaModFix/>
          </a:blip>
          <a:stretch>
            <a:fillRect/>
          </a:stretch>
        </p:blipFill>
        <p:spPr>
          <a:xfrm>
            <a:off x="4375970" y="4193288"/>
            <a:ext cx="515200" cy="185894"/>
          </a:xfrm>
          <a:prstGeom prst="rect">
            <a:avLst/>
          </a:prstGeom>
          <a:noFill/>
          <a:ln>
            <a:noFill/>
          </a:ln>
        </p:spPr>
      </p:pic>
      <p:pic>
        <p:nvPicPr>
          <p:cNvPr id="1181" name="Google Shape;1181;p51"/>
          <p:cNvPicPr preferRelativeResize="0"/>
          <p:nvPr/>
        </p:nvPicPr>
        <p:blipFill>
          <a:blip r:embed="rId34">
            <a:alphaModFix/>
          </a:blip>
          <a:stretch>
            <a:fillRect/>
          </a:stretch>
        </p:blipFill>
        <p:spPr>
          <a:xfrm>
            <a:off x="5436876" y="4186335"/>
            <a:ext cx="734699" cy="199853"/>
          </a:xfrm>
          <a:prstGeom prst="rect">
            <a:avLst/>
          </a:prstGeom>
          <a:noFill/>
          <a:ln>
            <a:noFill/>
          </a:ln>
        </p:spPr>
      </p:pic>
      <p:pic>
        <p:nvPicPr>
          <p:cNvPr id="1182" name="Google Shape;1182;p51"/>
          <p:cNvPicPr preferRelativeResize="0"/>
          <p:nvPr/>
        </p:nvPicPr>
        <p:blipFill>
          <a:blip r:embed="rId35">
            <a:alphaModFix/>
          </a:blip>
          <a:stretch>
            <a:fillRect/>
          </a:stretch>
        </p:blipFill>
        <p:spPr>
          <a:xfrm>
            <a:off x="6681439" y="4136249"/>
            <a:ext cx="589092" cy="300014"/>
          </a:xfrm>
          <a:prstGeom prst="rect">
            <a:avLst/>
          </a:prstGeom>
          <a:noFill/>
          <a:ln>
            <a:noFill/>
          </a:ln>
        </p:spPr>
      </p:pic>
      <p:pic>
        <p:nvPicPr>
          <p:cNvPr id="1183" name="Google Shape;1183;p51"/>
          <p:cNvPicPr preferRelativeResize="0"/>
          <p:nvPr/>
        </p:nvPicPr>
        <p:blipFill>
          <a:blip r:embed="rId36">
            <a:alphaModFix/>
          </a:blip>
          <a:stretch>
            <a:fillRect/>
          </a:stretch>
        </p:blipFill>
        <p:spPr>
          <a:xfrm>
            <a:off x="7807154" y="4223469"/>
            <a:ext cx="734694" cy="193343"/>
          </a:xfrm>
          <a:prstGeom prst="rect">
            <a:avLst/>
          </a:prstGeom>
          <a:noFill/>
          <a:ln>
            <a:noFill/>
          </a:ln>
        </p:spPr>
      </p:pic>
      <p:sp>
        <p:nvSpPr>
          <p:cNvPr id="1184" name="Google Shape;1184;p51"/>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85" name="Google Shape;1185;p51"/>
          <p:cNvPicPr preferRelativeResize="0"/>
          <p:nvPr/>
        </p:nvPicPr>
        <p:blipFill>
          <a:blip r:embed="rId37">
            <a:alphaModFix/>
          </a:blip>
          <a:stretch>
            <a:fillRect/>
          </a:stretch>
        </p:blipFill>
        <p:spPr>
          <a:xfrm>
            <a:off x="8933375" y="62875"/>
            <a:ext cx="143400" cy="129650"/>
          </a:xfrm>
          <a:prstGeom prst="rect">
            <a:avLst/>
          </a:prstGeom>
          <a:noFill/>
          <a:ln>
            <a:noFill/>
          </a:ln>
        </p:spPr>
      </p:pic>
      <p:sp>
        <p:nvSpPr>
          <p:cNvPr id="1186" name="Google Shape;1186;p51"/>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ient Logos - Retail">
  <p:cSld name="CUSTOM_19">
    <p:spTree>
      <p:nvGrpSpPr>
        <p:cNvPr id="1187" name="Shape 1187"/>
        <p:cNvGrpSpPr/>
        <p:nvPr/>
      </p:nvGrpSpPr>
      <p:grpSpPr>
        <a:xfrm>
          <a:off x="0" y="0"/>
          <a:ext cx="0" cy="0"/>
          <a:chOff x="0" y="0"/>
          <a:chExt cx="0" cy="0"/>
        </a:xfrm>
      </p:grpSpPr>
      <p:grpSp>
        <p:nvGrpSpPr>
          <p:cNvPr id="1188" name="Google Shape;1188;p52"/>
          <p:cNvGrpSpPr/>
          <p:nvPr/>
        </p:nvGrpSpPr>
        <p:grpSpPr>
          <a:xfrm>
            <a:off x="575900" y="1281782"/>
            <a:ext cx="8133462" cy="3302294"/>
            <a:chOff x="588425" y="1281782"/>
            <a:chExt cx="8133462" cy="3302294"/>
          </a:xfrm>
        </p:grpSpPr>
        <p:grpSp>
          <p:nvGrpSpPr>
            <p:cNvPr id="1189" name="Google Shape;1189;p52"/>
            <p:cNvGrpSpPr/>
            <p:nvPr/>
          </p:nvGrpSpPr>
          <p:grpSpPr>
            <a:xfrm>
              <a:off x="588425" y="1281782"/>
              <a:ext cx="8133462" cy="595613"/>
              <a:chOff x="669848" y="1662399"/>
              <a:chExt cx="9098850" cy="539700"/>
            </a:xfrm>
          </p:grpSpPr>
          <p:sp>
            <p:nvSpPr>
              <p:cNvPr id="1190" name="Google Shape;1190;p52"/>
              <p:cNvSpPr/>
              <p:nvPr/>
            </p:nvSpPr>
            <p:spPr>
              <a:xfrm>
                <a:off x="66984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91" name="Google Shape;1191;p52"/>
              <p:cNvSpPr/>
              <p:nvPr/>
            </p:nvSpPr>
            <p:spPr>
              <a:xfrm>
                <a:off x="198232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92" name="Google Shape;1192;p52"/>
              <p:cNvSpPr/>
              <p:nvPr/>
            </p:nvSpPr>
            <p:spPr>
              <a:xfrm>
                <a:off x="329479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93" name="Google Shape;1193;p52"/>
              <p:cNvSpPr/>
              <p:nvPr/>
            </p:nvSpPr>
            <p:spPr>
              <a:xfrm>
                <a:off x="460727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94" name="Google Shape;1194;p52"/>
              <p:cNvSpPr/>
              <p:nvPr/>
            </p:nvSpPr>
            <p:spPr>
              <a:xfrm>
                <a:off x="591974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95" name="Google Shape;1195;p52"/>
              <p:cNvSpPr/>
              <p:nvPr/>
            </p:nvSpPr>
            <p:spPr>
              <a:xfrm>
                <a:off x="723222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96" name="Google Shape;1196;p52"/>
              <p:cNvSpPr/>
              <p:nvPr/>
            </p:nvSpPr>
            <p:spPr>
              <a:xfrm>
                <a:off x="854469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grpSp>
        <p:grpSp>
          <p:nvGrpSpPr>
            <p:cNvPr id="1197" name="Google Shape;1197;p52"/>
            <p:cNvGrpSpPr/>
            <p:nvPr/>
          </p:nvGrpSpPr>
          <p:grpSpPr>
            <a:xfrm>
              <a:off x="588425" y="1958452"/>
              <a:ext cx="8133462" cy="595613"/>
              <a:chOff x="669848" y="1662399"/>
              <a:chExt cx="9098850" cy="539700"/>
            </a:xfrm>
          </p:grpSpPr>
          <p:sp>
            <p:nvSpPr>
              <p:cNvPr id="1198" name="Google Shape;1198;p52"/>
              <p:cNvSpPr/>
              <p:nvPr/>
            </p:nvSpPr>
            <p:spPr>
              <a:xfrm>
                <a:off x="66984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199" name="Google Shape;1199;p52"/>
              <p:cNvSpPr/>
              <p:nvPr/>
            </p:nvSpPr>
            <p:spPr>
              <a:xfrm>
                <a:off x="198232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00" name="Google Shape;1200;p52"/>
              <p:cNvSpPr/>
              <p:nvPr/>
            </p:nvSpPr>
            <p:spPr>
              <a:xfrm>
                <a:off x="329479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01" name="Google Shape;1201;p52"/>
              <p:cNvSpPr/>
              <p:nvPr/>
            </p:nvSpPr>
            <p:spPr>
              <a:xfrm>
                <a:off x="460727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02" name="Google Shape;1202;p52"/>
              <p:cNvSpPr/>
              <p:nvPr/>
            </p:nvSpPr>
            <p:spPr>
              <a:xfrm>
                <a:off x="591974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03" name="Google Shape;1203;p52"/>
              <p:cNvSpPr/>
              <p:nvPr/>
            </p:nvSpPr>
            <p:spPr>
              <a:xfrm>
                <a:off x="723222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04" name="Google Shape;1204;p52"/>
              <p:cNvSpPr/>
              <p:nvPr/>
            </p:nvSpPr>
            <p:spPr>
              <a:xfrm>
                <a:off x="854469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grpSp>
        <p:grpSp>
          <p:nvGrpSpPr>
            <p:cNvPr id="1205" name="Google Shape;1205;p52"/>
            <p:cNvGrpSpPr/>
            <p:nvPr/>
          </p:nvGrpSpPr>
          <p:grpSpPr>
            <a:xfrm>
              <a:off x="588425" y="2635122"/>
              <a:ext cx="8133462" cy="595613"/>
              <a:chOff x="669848" y="1662399"/>
              <a:chExt cx="9098850" cy="539700"/>
            </a:xfrm>
          </p:grpSpPr>
          <p:sp>
            <p:nvSpPr>
              <p:cNvPr id="1206" name="Google Shape;1206;p52"/>
              <p:cNvSpPr/>
              <p:nvPr/>
            </p:nvSpPr>
            <p:spPr>
              <a:xfrm>
                <a:off x="66984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07" name="Google Shape;1207;p52"/>
              <p:cNvSpPr/>
              <p:nvPr/>
            </p:nvSpPr>
            <p:spPr>
              <a:xfrm>
                <a:off x="198232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08" name="Google Shape;1208;p52"/>
              <p:cNvSpPr/>
              <p:nvPr/>
            </p:nvSpPr>
            <p:spPr>
              <a:xfrm>
                <a:off x="329479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09" name="Google Shape;1209;p52"/>
              <p:cNvSpPr/>
              <p:nvPr/>
            </p:nvSpPr>
            <p:spPr>
              <a:xfrm>
                <a:off x="460727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10" name="Google Shape;1210;p52"/>
              <p:cNvSpPr/>
              <p:nvPr/>
            </p:nvSpPr>
            <p:spPr>
              <a:xfrm>
                <a:off x="591974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11" name="Google Shape;1211;p52"/>
              <p:cNvSpPr/>
              <p:nvPr/>
            </p:nvSpPr>
            <p:spPr>
              <a:xfrm>
                <a:off x="723222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12" name="Google Shape;1212;p52"/>
              <p:cNvSpPr/>
              <p:nvPr/>
            </p:nvSpPr>
            <p:spPr>
              <a:xfrm>
                <a:off x="854469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grpSp>
        <p:grpSp>
          <p:nvGrpSpPr>
            <p:cNvPr id="1213" name="Google Shape;1213;p52"/>
            <p:cNvGrpSpPr/>
            <p:nvPr/>
          </p:nvGrpSpPr>
          <p:grpSpPr>
            <a:xfrm>
              <a:off x="588425" y="3311792"/>
              <a:ext cx="8133462" cy="595613"/>
              <a:chOff x="669848" y="1662399"/>
              <a:chExt cx="9098850" cy="539700"/>
            </a:xfrm>
          </p:grpSpPr>
          <p:sp>
            <p:nvSpPr>
              <p:cNvPr id="1214" name="Google Shape;1214;p52"/>
              <p:cNvSpPr/>
              <p:nvPr/>
            </p:nvSpPr>
            <p:spPr>
              <a:xfrm>
                <a:off x="66984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15" name="Google Shape;1215;p52"/>
              <p:cNvSpPr/>
              <p:nvPr/>
            </p:nvSpPr>
            <p:spPr>
              <a:xfrm>
                <a:off x="198232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16" name="Google Shape;1216;p52"/>
              <p:cNvSpPr/>
              <p:nvPr/>
            </p:nvSpPr>
            <p:spPr>
              <a:xfrm>
                <a:off x="329479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17" name="Google Shape;1217;p52"/>
              <p:cNvSpPr/>
              <p:nvPr/>
            </p:nvSpPr>
            <p:spPr>
              <a:xfrm>
                <a:off x="460727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18" name="Google Shape;1218;p52"/>
              <p:cNvSpPr/>
              <p:nvPr/>
            </p:nvSpPr>
            <p:spPr>
              <a:xfrm>
                <a:off x="591974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19" name="Google Shape;1219;p52"/>
              <p:cNvSpPr/>
              <p:nvPr/>
            </p:nvSpPr>
            <p:spPr>
              <a:xfrm>
                <a:off x="723222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20" name="Google Shape;1220;p52"/>
              <p:cNvSpPr/>
              <p:nvPr/>
            </p:nvSpPr>
            <p:spPr>
              <a:xfrm>
                <a:off x="854469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grpSp>
        <p:grpSp>
          <p:nvGrpSpPr>
            <p:cNvPr id="1221" name="Google Shape;1221;p52"/>
            <p:cNvGrpSpPr/>
            <p:nvPr/>
          </p:nvGrpSpPr>
          <p:grpSpPr>
            <a:xfrm>
              <a:off x="588437" y="3988462"/>
              <a:ext cx="3440576" cy="595613"/>
              <a:chOff x="669848" y="1662399"/>
              <a:chExt cx="3848950" cy="539700"/>
            </a:xfrm>
          </p:grpSpPr>
          <p:sp>
            <p:nvSpPr>
              <p:cNvPr id="1222" name="Google Shape;1222;p52"/>
              <p:cNvSpPr/>
              <p:nvPr/>
            </p:nvSpPr>
            <p:spPr>
              <a:xfrm>
                <a:off x="66984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23" name="Google Shape;1223;p52"/>
              <p:cNvSpPr/>
              <p:nvPr/>
            </p:nvSpPr>
            <p:spPr>
              <a:xfrm>
                <a:off x="1982323"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24" name="Google Shape;1224;p52"/>
              <p:cNvSpPr/>
              <p:nvPr/>
            </p:nvSpPr>
            <p:spPr>
              <a:xfrm>
                <a:off x="3294798" y="1662399"/>
                <a:ext cx="1224000" cy="5397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grpSp>
      </p:grpSp>
      <p:pic>
        <p:nvPicPr>
          <p:cNvPr id="1225" name="Google Shape;1225;p52"/>
          <p:cNvPicPr preferRelativeResize="0"/>
          <p:nvPr/>
        </p:nvPicPr>
        <p:blipFill>
          <a:blip r:embed="rId2">
            <a:alphaModFix/>
          </a:blip>
          <a:stretch>
            <a:fillRect/>
          </a:stretch>
        </p:blipFill>
        <p:spPr>
          <a:xfrm>
            <a:off x="853090" y="1410822"/>
            <a:ext cx="507253" cy="319892"/>
          </a:xfrm>
          <a:prstGeom prst="rect">
            <a:avLst/>
          </a:prstGeom>
          <a:noFill/>
          <a:ln>
            <a:noFill/>
          </a:ln>
        </p:spPr>
      </p:pic>
      <p:pic>
        <p:nvPicPr>
          <p:cNvPr id="1226" name="Google Shape;1226;p52"/>
          <p:cNvPicPr preferRelativeResize="0"/>
          <p:nvPr/>
        </p:nvPicPr>
        <p:blipFill rotWithShape="1">
          <a:blip r:embed="rId3">
            <a:alphaModFix/>
          </a:blip>
          <a:srcRect b="0" l="0" r="0" t="0"/>
          <a:stretch/>
        </p:blipFill>
        <p:spPr>
          <a:xfrm>
            <a:off x="2139431" y="1390624"/>
            <a:ext cx="380033" cy="380015"/>
          </a:xfrm>
          <a:prstGeom prst="rect">
            <a:avLst/>
          </a:prstGeom>
          <a:noFill/>
          <a:ln>
            <a:noFill/>
          </a:ln>
        </p:spPr>
      </p:pic>
      <p:pic>
        <p:nvPicPr>
          <p:cNvPr id="1227" name="Google Shape;1227;p52"/>
          <p:cNvPicPr preferRelativeResize="0"/>
          <p:nvPr/>
        </p:nvPicPr>
        <p:blipFill>
          <a:blip r:embed="rId4">
            <a:alphaModFix/>
          </a:blip>
          <a:stretch>
            <a:fillRect/>
          </a:stretch>
        </p:blipFill>
        <p:spPr>
          <a:xfrm>
            <a:off x="3229986" y="1390636"/>
            <a:ext cx="513889" cy="319892"/>
          </a:xfrm>
          <a:prstGeom prst="rect">
            <a:avLst/>
          </a:prstGeom>
          <a:noFill/>
          <a:ln>
            <a:noFill/>
          </a:ln>
        </p:spPr>
      </p:pic>
      <p:pic>
        <p:nvPicPr>
          <p:cNvPr id="1228" name="Google Shape;1228;p52"/>
          <p:cNvPicPr preferRelativeResize="0"/>
          <p:nvPr/>
        </p:nvPicPr>
        <p:blipFill rotWithShape="1">
          <a:blip r:embed="rId5">
            <a:alphaModFix/>
          </a:blip>
          <a:srcRect b="35974" l="0" r="0" t="33139"/>
          <a:stretch/>
        </p:blipFill>
        <p:spPr>
          <a:xfrm>
            <a:off x="5427308" y="1493556"/>
            <a:ext cx="705283" cy="174194"/>
          </a:xfrm>
          <a:prstGeom prst="rect">
            <a:avLst/>
          </a:prstGeom>
          <a:noFill/>
          <a:ln>
            <a:noFill/>
          </a:ln>
        </p:spPr>
      </p:pic>
      <p:pic>
        <p:nvPicPr>
          <p:cNvPr id="1229" name="Google Shape;1229;p52"/>
          <p:cNvPicPr preferRelativeResize="0"/>
          <p:nvPr/>
        </p:nvPicPr>
        <p:blipFill>
          <a:blip r:embed="rId6">
            <a:alphaModFix/>
          </a:blip>
          <a:stretch>
            <a:fillRect/>
          </a:stretch>
        </p:blipFill>
        <p:spPr>
          <a:xfrm>
            <a:off x="6606492" y="1527309"/>
            <a:ext cx="743030" cy="106680"/>
          </a:xfrm>
          <a:prstGeom prst="rect">
            <a:avLst/>
          </a:prstGeom>
          <a:noFill/>
          <a:ln>
            <a:noFill/>
          </a:ln>
        </p:spPr>
      </p:pic>
      <p:pic>
        <p:nvPicPr>
          <p:cNvPr id="1230" name="Google Shape;1230;p52"/>
          <p:cNvPicPr preferRelativeResize="0"/>
          <p:nvPr/>
        </p:nvPicPr>
        <p:blipFill rotWithShape="1">
          <a:blip r:embed="rId7">
            <a:alphaModFix/>
          </a:blip>
          <a:srcRect b="0" l="0" r="0" t="0"/>
          <a:stretch/>
        </p:blipFill>
        <p:spPr>
          <a:xfrm>
            <a:off x="7816036" y="1420694"/>
            <a:ext cx="677200" cy="380014"/>
          </a:xfrm>
          <a:prstGeom prst="rect">
            <a:avLst/>
          </a:prstGeom>
          <a:noFill/>
          <a:ln>
            <a:noFill/>
          </a:ln>
        </p:spPr>
      </p:pic>
      <p:pic>
        <p:nvPicPr>
          <p:cNvPr id="1231" name="Google Shape;1231;p52"/>
          <p:cNvPicPr preferRelativeResize="0"/>
          <p:nvPr/>
        </p:nvPicPr>
        <p:blipFill>
          <a:blip r:embed="rId8">
            <a:alphaModFix/>
          </a:blip>
          <a:stretch>
            <a:fillRect/>
          </a:stretch>
        </p:blipFill>
        <p:spPr>
          <a:xfrm>
            <a:off x="788149" y="2037082"/>
            <a:ext cx="731597" cy="411512"/>
          </a:xfrm>
          <a:prstGeom prst="rect">
            <a:avLst/>
          </a:prstGeom>
          <a:noFill/>
          <a:ln>
            <a:noFill/>
          </a:ln>
        </p:spPr>
      </p:pic>
      <p:pic>
        <p:nvPicPr>
          <p:cNvPr id="1232" name="Google Shape;1232;p52"/>
          <p:cNvPicPr preferRelativeResize="0"/>
          <p:nvPr/>
        </p:nvPicPr>
        <p:blipFill>
          <a:blip r:embed="rId9">
            <a:alphaModFix/>
          </a:blip>
          <a:stretch>
            <a:fillRect/>
          </a:stretch>
        </p:blipFill>
        <p:spPr>
          <a:xfrm>
            <a:off x="1947244" y="2187592"/>
            <a:ext cx="677202" cy="213939"/>
          </a:xfrm>
          <a:prstGeom prst="rect">
            <a:avLst/>
          </a:prstGeom>
          <a:noFill/>
          <a:ln>
            <a:noFill/>
          </a:ln>
        </p:spPr>
      </p:pic>
      <p:pic>
        <p:nvPicPr>
          <p:cNvPr id="1233" name="Google Shape;1233;p52"/>
          <p:cNvPicPr preferRelativeResize="0"/>
          <p:nvPr/>
        </p:nvPicPr>
        <p:blipFill>
          <a:blip r:embed="rId10">
            <a:alphaModFix/>
          </a:blip>
          <a:stretch>
            <a:fillRect/>
          </a:stretch>
        </p:blipFill>
        <p:spPr>
          <a:xfrm>
            <a:off x="3066675" y="2266617"/>
            <a:ext cx="743030" cy="55873"/>
          </a:xfrm>
          <a:prstGeom prst="rect">
            <a:avLst/>
          </a:prstGeom>
          <a:noFill/>
          <a:ln>
            <a:noFill/>
          </a:ln>
        </p:spPr>
      </p:pic>
      <p:pic>
        <p:nvPicPr>
          <p:cNvPr id="1234" name="Google Shape;1234;p52"/>
          <p:cNvPicPr preferRelativeResize="0"/>
          <p:nvPr/>
        </p:nvPicPr>
        <p:blipFill>
          <a:blip r:embed="rId11">
            <a:alphaModFix/>
          </a:blip>
          <a:stretch>
            <a:fillRect/>
          </a:stretch>
        </p:blipFill>
        <p:spPr>
          <a:xfrm>
            <a:off x="4311642" y="2155736"/>
            <a:ext cx="661975" cy="174204"/>
          </a:xfrm>
          <a:prstGeom prst="rect">
            <a:avLst/>
          </a:prstGeom>
          <a:noFill/>
          <a:ln>
            <a:noFill/>
          </a:ln>
        </p:spPr>
      </p:pic>
      <p:pic>
        <p:nvPicPr>
          <p:cNvPr id="1235" name="Google Shape;1235;p52"/>
          <p:cNvPicPr preferRelativeResize="0"/>
          <p:nvPr/>
        </p:nvPicPr>
        <p:blipFill>
          <a:blip r:embed="rId12">
            <a:alphaModFix/>
          </a:blip>
          <a:stretch>
            <a:fillRect/>
          </a:stretch>
        </p:blipFill>
        <p:spPr>
          <a:xfrm>
            <a:off x="5427292" y="2132136"/>
            <a:ext cx="743030" cy="221422"/>
          </a:xfrm>
          <a:prstGeom prst="rect">
            <a:avLst/>
          </a:prstGeom>
          <a:noFill/>
          <a:ln>
            <a:noFill/>
          </a:ln>
        </p:spPr>
      </p:pic>
      <p:pic>
        <p:nvPicPr>
          <p:cNvPr id="1236" name="Google Shape;1236;p52"/>
          <p:cNvPicPr preferRelativeResize="0"/>
          <p:nvPr/>
        </p:nvPicPr>
        <p:blipFill>
          <a:blip r:embed="rId13">
            <a:alphaModFix/>
          </a:blip>
          <a:stretch>
            <a:fillRect/>
          </a:stretch>
        </p:blipFill>
        <p:spPr>
          <a:xfrm>
            <a:off x="6723089" y="2105197"/>
            <a:ext cx="436634" cy="275296"/>
          </a:xfrm>
          <a:prstGeom prst="rect">
            <a:avLst/>
          </a:prstGeom>
          <a:noFill/>
          <a:ln>
            <a:noFill/>
          </a:ln>
        </p:spPr>
      </p:pic>
      <p:pic>
        <p:nvPicPr>
          <p:cNvPr id="1237" name="Google Shape;1237;p52"/>
          <p:cNvPicPr preferRelativeResize="0"/>
          <p:nvPr/>
        </p:nvPicPr>
        <p:blipFill>
          <a:blip r:embed="rId14">
            <a:alphaModFix/>
          </a:blip>
          <a:stretch>
            <a:fillRect/>
          </a:stretch>
        </p:blipFill>
        <p:spPr>
          <a:xfrm>
            <a:off x="7765523" y="2110314"/>
            <a:ext cx="743030" cy="280962"/>
          </a:xfrm>
          <a:prstGeom prst="rect">
            <a:avLst/>
          </a:prstGeom>
          <a:noFill/>
          <a:ln>
            <a:noFill/>
          </a:ln>
        </p:spPr>
      </p:pic>
      <p:pic>
        <p:nvPicPr>
          <p:cNvPr id="1238" name="Google Shape;1238;p52"/>
          <p:cNvPicPr preferRelativeResize="0"/>
          <p:nvPr/>
        </p:nvPicPr>
        <p:blipFill>
          <a:blip r:embed="rId15">
            <a:alphaModFix/>
          </a:blip>
          <a:stretch>
            <a:fillRect/>
          </a:stretch>
        </p:blipFill>
        <p:spPr>
          <a:xfrm>
            <a:off x="897002" y="2830165"/>
            <a:ext cx="513894" cy="205506"/>
          </a:xfrm>
          <a:prstGeom prst="rect">
            <a:avLst/>
          </a:prstGeom>
          <a:noFill/>
          <a:ln>
            <a:noFill/>
          </a:ln>
        </p:spPr>
      </p:pic>
      <p:pic>
        <p:nvPicPr>
          <p:cNvPr descr="logo-png-co-op.png" id="1239" name="Google Shape;1239;p52"/>
          <p:cNvPicPr preferRelativeResize="0"/>
          <p:nvPr/>
        </p:nvPicPr>
        <p:blipFill rotWithShape="1">
          <a:blip r:embed="rId16">
            <a:alphaModFix/>
          </a:blip>
          <a:srcRect b="0" l="0" r="0" t="0"/>
          <a:stretch/>
        </p:blipFill>
        <p:spPr>
          <a:xfrm>
            <a:off x="2121249" y="2758120"/>
            <a:ext cx="329205" cy="349621"/>
          </a:xfrm>
          <a:prstGeom prst="rect">
            <a:avLst/>
          </a:prstGeom>
          <a:noFill/>
          <a:ln>
            <a:noFill/>
          </a:ln>
        </p:spPr>
      </p:pic>
      <p:pic>
        <p:nvPicPr>
          <p:cNvPr id="1240" name="Google Shape;1240;p52"/>
          <p:cNvPicPr preferRelativeResize="0"/>
          <p:nvPr/>
        </p:nvPicPr>
        <p:blipFill>
          <a:blip r:embed="rId17">
            <a:alphaModFix/>
          </a:blip>
          <a:stretch>
            <a:fillRect/>
          </a:stretch>
        </p:blipFill>
        <p:spPr>
          <a:xfrm>
            <a:off x="3148314" y="2822507"/>
            <a:ext cx="677205" cy="220828"/>
          </a:xfrm>
          <a:prstGeom prst="rect">
            <a:avLst/>
          </a:prstGeom>
          <a:noFill/>
          <a:ln>
            <a:noFill/>
          </a:ln>
        </p:spPr>
      </p:pic>
      <p:pic>
        <p:nvPicPr>
          <p:cNvPr id="1241" name="Google Shape;1241;p52"/>
          <p:cNvPicPr preferRelativeResize="0"/>
          <p:nvPr/>
        </p:nvPicPr>
        <p:blipFill>
          <a:blip r:embed="rId18">
            <a:alphaModFix/>
          </a:blip>
          <a:stretch>
            <a:fillRect/>
          </a:stretch>
        </p:blipFill>
        <p:spPr>
          <a:xfrm>
            <a:off x="4276843" y="2716751"/>
            <a:ext cx="731605" cy="432307"/>
          </a:xfrm>
          <a:prstGeom prst="rect">
            <a:avLst/>
          </a:prstGeom>
          <a:noFill/>
          <a:ln>
            <a:noFill/>
          </a:ln>
        </p:spPr>
      </p:pic>
      <p:pic>
        <p:nvPicPr>
          <p:cNvPr id="1242" name="Google Shape;1242;p52"/>
          <p:cNvPicPr preferRelativeResize="0"/>
          <p:nvPr/>
        </p:nvPicPr>
        <p:blipFill>
          <a:blip r:embed="rId19">
            <a:alphaModFix/>
          </a:blip>
          <a:stretch>
            <a:fillRect/>
          </a:stretch>
        </p:blipFill>
        <p:spPr>
          <a:xfrm>
            <a:off x="5459764" y="2868617"/>
            <a:ext cx="677184" cy="128569"/>
          </a:xfrm>
          <a:prstGeom prst="rect">
            <a:avLst/>
          </a:prstGeom>
          <a:noFill/>
          <a:ln>
            <a:noFill/>
          </a:ln>
        </p:spPr>
      </p:pic>
      <p:pic>
        <p:nvPicPr>
          <p:cNvPr id="1243" name="Google Shape;1243;p52"/>
          <p:cNvPicPr preferRelativeResize="0"/>
          <p:nvPr/>
        </p:nvPicPr>
        <p:blipFill>
          <a:blip r:embed="rId20">
            <a:alphaModFix/>
          </a:blip>
          <a:stretch>
            <a:fillRect/>
          </a:stretch>
        </p:blipFill>
        <p:spPr>
          <a:xfrm>
            <a:off x="6630626" y="2758094"/>
            <a:ext cx="621553" cy="349623"/>
          </a:xfrm>
          <a:prstGeom prst="rect">
            <a:avLst/>
          </a:prstGeom>
          <a:noFill/>
          <a:ln>
            <a:noFill/>
          </a:ln>
        </p:spPr>
      </p:pic>
      <p:pic>
        <p:nvPicPr>
          <p:cNvPr id="1244" name="Google Shape;1244;p52"/>
          <p:cNvPicPr preferRelativeResize="0"/>
          <p:nvPr/>
        </p:nvPicPr>
        <p:blipFill rotWithShape="1">
          <a:blip r:embed="rId21">
            <a:alphaModFix/>
          </a:blip>
          <a:srcRect b="31796" l="0" r="0" t="30840"/>
          <a:stretch/>
        </p:blipFill>
        <p:spPr>
          <a:xfrm>
            <a:off x="7672423" y="2828712"/>
            <a:ext cx="929237" cy="208382"/>
          </a:xfrm>
          <a:prstGeom prst="rect">
            <a:avLst/>
          </a:prstGeom>
          <a:noFill/>
          <a:ln>
            <a:noFill/>
          </a:ln>
        </p:spPr>
      </p:pic>
      <p:pic>
        <p:nvPicPr>
          <p:cNvPr id="1245" name="Google Shape;1245;p52"/>
          <p:cNvPicPr preferRelativeResize="0"/>
          <p:nvPr/>
        </p:nvPicPr>
        <p:blipFill rotWithShape="1">
          <a:blip r:embed="rId22">
            <a:alphaModFix/>
          </a:blip>
          <a:srcRect b="35435" l="11100" r="11441" t="35563"/>
          <a:stretch/>
        </p:blipFill>
        <p:spPr>
          <a:xfrm>
            <a:off x="722462" y="3537789"/>
            <a:ext cx="768525" cy="172711"/>
          </a:xfrm>
          <a:prstGeom prst="rect">
            <a:avLst/>
          </a:prstGeom>
          <a:noFill/>
          <a:ln>
            <a:noFill/>
          </a:ln>
        </p:spPr>
      </p:pic>
      <p:pic>
        <p:nvPicPr>
          <p:cNvPr id="1246" name="Google Shape;1246;p52"/>
          <p:cNvPicPr preferRelativeResize="0"/>
          <p:nvPr/>
        </p:nvPicPr>
        <p:blipFill>
          <a:blip r:embed="rId23">
            <a:alphaModFix/>
          </a:blip>
          <a:stretch>
            <a:fillRect/>
          </a:stretch>
        </p:blipFill>
        <p:spPr>
          <a:xfrm>
            <a:off x="1982043" y="3454454"/>
            <a:ext cx="621533" cy="240879"/>
          </a:xfrm>
          <a:prstGeom prst="rect">
            <a:avLst/>
          </a:prstGeom>
          <a:noFill/>
          <a:ln>
            <a:noFill/>
          </a:ln>
        </p:spPr>
      </p:pic>
      <p:pic>
        <p:nvPicPr>
          <p:cNvPr id="1247" name="Google Shape;1247;p52"/>
          <p:cNvPicPr preferRelativeResize="0"/>
          <p:nvPr/>
        </p:nvPicPr>
        <p:blipFill>
          <a:blip r:embed="rId24">
            <a:alphaModFix/>
          </a:blip>
          <a:stretch>
            <a:fillRect/>
          </a:stretch>
        </p:blipFill>
        <p:spPr>
          <a:xfrm>
            <a:off x="3181247" y="3465981"/>
            <a:ext cx="513892" cy="306622"/>
          </a:xfrm>
          <a:prstGeom prst="rect">
            <a:avLst/>
          </a:prstGeom>
          <a:noFill/>
          <a:ln>
            <a:noFill/>
          </a:ln>
        </p:spPr>
      </p:pic>
      <p:pic>
        <p:nvPicPr>
          <p:cNvPr id="1248" name="Google Shape;1248;p52"/>
          <p:cNvPicPr preferRelativeResize="0"/>
          <p:nvPr/>
        </p:nvPicPr>
        <p:blipFill>
          <a:blip r:embed="rId25">
            <a:alphaModFix/>
          </a:blip>
          <a:stretch>
            <a:fillRect/>
          </a:stretch>
        </p:blipFill>
        <p:spPr>
          <a:xfrm>
            <a:off x="4343315" y="3460695"/>
            <a:ext cx="563953" cy="317229"/>
          </a:xfrm>
          <a:prstGeom prst="rect">
            <a:avLst/>
          </a:prstGeom>
          <a:noFill/>
          <a:ln>
            <a:noFill/>
          </a:ln>
        </p:spPr>
      </p:pic>
      <p:pic>
        <p:nvPicPr>
          <p:cNvPr id="1249" name="Google Shape;1249;p52"/>
          <p:cNvPicPr preferRelativeResize="0"/>
          <p:nvPr/>
        </p:nvPicPr>
        <p:blipFill>
          <a:blip r:embed="rId26">
            <a:alphaModFix/>
          </a:blip>
          <a:stretch>
            <a:fillRect/>
          </a:stretch>
        </p:blipFill>
        <p:spPr>
          <a:xfrm>
            <a:off x="5414548" y="3403149"/>
            <a:ext cx="768527" cy="432302"/>
          </a:xfrm>
          <a:prstGeom prst="rect">
            <a:avLst/>
          </a:prstGeom>
          <a:noFill/>
          <a:ln>
            <a:noFill/>
          </a:ln>
        </p:spPr>
      </p:pic>
      <p:pic>
        <p:nvPicPr>
          <p:cNvPr id="1250" name="Google Shape;1250;p52"/>
          <p:cNvPicPr preferRelativeResize="0"/>
          <p:nvPr/>
        </p:nvPicPr>
        <p:blipFill>
          <a:blip r:embed="rId27">
            <a:alphaModFix/>
          </a:blip>
          <a:stretch>
            <a:fillRect/>
          </a:stretch>
        </p:blipFill>
        <p:spPr>
          <a:xfrm>
            <a:off x="6647028" y="3485327"/>
            <a:ext cx="661965" cy="194906"/>
          </a:xfrm>
          <a:prstGeom prst="rect">
            <a:avLst/>
          </a:prstGeom>
          <a:noFill/>
          <a:ln>
            <a:noFill/>
          </a:ln>
        </p:spPr>
      </p:pic>
      <p:pic>
        <p:nvPicPr>
          <p:cNvPr id="1251" name="Google Shape;1251;p52"/>
          <p:cNvPicPr preferRelativeResize="0"/>
          <p:nvPr/>
        </p:nvPicPr>
        <p:blipFill>
          <a:blip r:embed="rId28">
            <a:alphaModFix/>
          </a:blip>
          <a:stretch>
            <a:fillRect/>
          </a:stretch>
        </p:blipFill>
        <p:spPr>
          <a:xfrm>
            <a:off x="7834382" y="3494407"/>
            <a:ext cx="640490" cy="174205"/>
          </a:xfrm>
          <a:prstGeom prst="rect">
            <a:avLst/>
          </a:prstGeom>
          <a:noFill/>
          <a:ln>
            <a:noFill/>
          </a:ln>
        </p:spPr>
      </p:pic>
      <p:pic>
        <p:nvPicPr>
          <p:cNvPr id="1252" name="Google Shape;1252;p52"/>
          <p:cNvPicPr preferRelativeResize="0"/>
          <p:nvPr/>
        </p:nvPicPr>
        <p:blipFill>
          <a:blip r:embed="rId29">
            <a:alphaModFix/>
          </a:blip>
          <a:stretch>
            <a:fillRect/>
          </a:stretch>
        </p:blipFill>
        <p:spPr>
          <a:xfrm>
            <a:off x="768120" y="4212618"/>
            <a:ext cx="677206" cy="129620"/>
          </a:xfrm>
          <a:prstGeom prst="rect">
            <a:avLst/>
          </a:prstGeom>
          <a:noFill/>
          <a:ln>
            <a:noFill/>
          </a:ln>
        </p:spPr>
      </p:pic>
      <p:pic>
        <p:nvPicPr>
          <p:cNvPr id="1253" name="Google Shape;1253;p52"/>
          <p:cNvPicPr preferRelativeResize="0"/>
          <p:nvPr/>
        </p:nvPicPr>
        <p:blipFill>
          <a:blip r:embed="rId30">
            <a:alphaModFix/>
          </a:blip>
          <a:stretch>
            <a:fillRect/>
          </a:stretch>
        </p:blipFill>
        <p:spPr>
          <a:xfrm>
            <a:off x="2057406" y="4042018"/>
            <a:ext cx="470805" cy="470806"/>
          </a:xfrm>
          <a:prstGeom prst="rect">
            <a:avLst/>
          </a:prstGeom>
          <a:noFill/>
          <a:ln>
            <a:noFill/>
          </a:ln>
        </p:spPr>
      </p:pic>
      <p:pic>
        <p:nvPicPr>
          <p:cNvPr descr="electrolux(3).jpg" id="1254" name="Google Shape;1254;p52"/>
          <p:cNvPicPr preferRelativeResize="0"/>
          <p:nvPr/>
        </p:nvPicPr>
        <p:blipFill rotWithShape="1">
          <a:blip r:embed="rId31">
            <a:alphaModFix/>
          </a:blip>
          <a:srcRect b="0" l="0" r="0" t="0"/>
          <a:stretch/>
        </p:blipFill>
        <p:spPr>
          <a:xfrm>
            <a:off x="3029442" y="4122243"/>
            <a:ext cx="914951" cy="310365"/>
          </a:xfrm>
          <a:prstGeom prst="rect">
            <a:avLst/>
          </a:prstGeom>
          <a:noFill/>
          <a:ln>
            <a:noFill/>
          </a:ln>
        </p:spPr>
      </p:pic>
      <p:pic>
        <p:nvPicPr>
          <p:cNvPr id="1255" name="Google Shape;1255;p52"/>
          <p:cNvPicPr preferRelativeResize="0"/>
          <p:nvPr/>
        </p:nvPicPr>
        <p:blipFill>
          <a:blip r:embed="rId32">
            <a:alphaModFix/>
          </a:blip>
          <a:stretch>
            <a:fillRect/>
          </a:stretch>
        </p:blipFill>
        <p:spPr>
          <a:xfrm>
            <a:off x="4331875" y="1460222"/>
            <a:ext cx="621525" cy="240841"/>
          </a:xfrm>
          <a:prstGeom prst="rect">
            <a:avLst/>
          </a:prstGeom>
          <a:noFill/>
          <a:ln>
            <a:noFill/>
          </a:ln>
        </p:spPr>
      </p:pic>
      <p:sp>
        <p:nvSpPr>
          <p:cNvPr id="1256" name="Google Shape;1256;p52"/>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57" name="Google Shape;1257;p52"/>
          <p:cNvPicPr preferRelativeResize="0"/>
          <p:nvPr/>
        </p:nvPicPr>
        <p:blipFill>
          <a:blip r:embed="rId33">
            <a:alphaModFix/>
          </a:blip>
          <a:stretch>
            <a:fillRect/>
          </a:stretch>
        </p:blipFill>
        <p:spPr>
          <a:xfrm>
            <a:off x="8933375" y="62875"/>
            <a:ext cx="143400" cy="129650"/>
          </a:xfrm>
          <a:prstGeom prst="rect">
            <a:avLst/>
          </a:prstGeom>
          <a:noFill/>
          <a:ln>
            <a:noFill/>
          </a:ln>
        </p:spPr>
      </p:pic>
      <p:sp>
        <p:nvSpPr>
          <p:cNvPr id="1258" name="Google Shape;1258;p52"/>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1259" name="Google Shape;1259;p52"/>
          <p:cNvSpPr txBox="1"/>
          <p:nvPr/>
        </p:nvSpPr>
        <p:spPr>
          <a:xfrm>
            <a:off x="492900" y="417425"/>
            <a:ext cx="2907600" cy="369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GB" sz="1200">
                <a:solidFill>
                  <a:srgbClr val="2095D3"/>
                </a:solidFill>
                <a:latin typeface="Lexend"/>
                <a:ea typeface="Lexend"/>
                <a:cs typeface="Lexend"/>
                <a:sym typeface="Lexend"/>
              </a:rPr>
              <a:t>OUR CUSTOMERS</a:t>
            </a:r>
            <a:endParaRPr sz="1200">
              <a:solidFill>
                <a:srgbClr val="2095D3"/>
              </a:solidFill>
              <a:latin typeface="Lexend"/>
              <a:ea typeface="Lexend"/>
              <a:cs typeface="Lexend"/>
              <a:sym typeface="Lexend"/>
            </a:endParaRPr>
          </a:p>
        </p:txBody>
      </p:sp>
      <p:sp>
        <p:nvSpPr>
          <p:cNvPr id="1260" name="Google Shape;1260;p52"/>
          <p:cNvSpPr txBox="1"/>
          <p:nvPr/>
        </p:nvSpPr>
        <p:spPr>
          <a:xfrm>
            <a:off x="569100" y="673350"/>
            <a:ext cx="43941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rgbClr val="0F618C"/>
                </a:solidFill>
                <a:latin typeface="Lexend"/>
                <a:ea typeface="Lexend"/>
                <a:cs typeface="Lexend"/>
                <a:sym typeface="Lexend"/>
              </a:rPr>
              <a:t>Retail and ecommerce</a:t>
            </a:r>
            <a:endParaRPr sz="3500">
              <a:solidFill>
                <a:srgbClr val="196B98"/>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ient Logos - Media &amp; Entertainment">
  <p:cSld name="CUSTOM_20">
    <p:spTree>
      <p:nvGrpSpPr>
        <p:cNvPr id="1261" name="Shape 1261"/>
        <p:cNvGrpSpPr/>
        <p:nvPr/>
      </p:nvGrpSpPr>
      <p:grpSpPr>
        <a:xfrm>
          <a:off x="0" y="0"/>
          <a:ext cx="0" cy="0"/>
          <a:chOff x="0" y="0"/>
          <a:chExt cx="0" cy="0"/>
        </a:xfrm>
      </p:grpSpPr>
      <p:grpSp>
        <p:nvGrpSpPr>
          <p:cNvPr id="1262" name="Google Shape;1262;p53"/>
          <p:cNvGrpSpPr/>
          <p:nvPr/>
        </p:nvGrpSpPr>
        <p:grpSpPr>
          <a:xfrm>
            <a:off x="575900" y="1281775"/>
            <a:ext cx="8133541" cy="3302399"/>
            <a:chOff x="575900" y="1281775"/>
            <a:chExt cx="8133541" cy="3302399"/>
          </a:xfrm>
        </p:grpSpPr>
        <p:sp>
          <p:nvSpPr>
            <p:cNvPr id="1263" name="Google Shape;1263;p53"/>
            <p:cNvSpPr/>
            <p:nvPr/>
          </p:nvSpPr>
          <p:spPr>
            <a:xfrm>
              <a:off x="575900"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64" name="Google Shape;1264;p53"/>
            <p:cNvSpPr/>
            <p:nvPr/>
          </p:nvSpPr>
          <p:spPr>
            <a:xfrm>
              <a:off x="2224835"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65" name="Google Shape;1265;p53"/>
            <p:cNvSpPr/>
            <p:nvPr/>
          </p:nvSpPr>
          <p:spPr>
            <a:xfrm>
              <a:off x="3873771"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66" name="Google Shape;1266;p53"/>
            <p:cNvSpPr/>
            <p:nvPr/>
          </p:nvSpPr>
          <p:spPr>
            <a:xfrm>
              <a:off x="5522706"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67" name="Google Shape;1267;p53"/>
            <p:cNvSpPr/>
            <p:nvPr/>
          </p:nvSpPr>
          <p:spPr>
            <a:xfrm>
              <a:off x="7171641"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68" name="Google Shape;1268;p53"/>
            <p:cNvSpPr/>
            <p:nvPr/>
          </p:nvSpPr>
          <p:spPr>
            <a:xfrm>
              <a:off x="575900"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69" name="Google Shape;1269;p53"/>
            <p:cNvSpPr/>
            <p:nvPr/>
          </p:nvSpPr>
          <p:spPr>
            <a:xfrm>
              <a:off x="2224835"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70" name="Google Shape;1270;p53"/>
            <p:cNvSpPr/>
            <p:nvPr/>
          </p:nvSpPr>
          <p:spPr>
            <a:xfrm>
              <a:off x="3873771"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71" name="Google Shape;1271;p53"/>
            <p:cNvSpPr/>
            <p:nvPr/>
          </p:nvSpPr>
          <p:spPr>
            <a:xfrm>
              <a:off x="5522706"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72" name="Google Shape;1272;p53"/>
            <p:cNvSpPr/>
            <p:nvPr/>
          </p:nvSpPr>
          <p:spPr>
            <a:xfrm>
              <a:off x="7171641"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73" name="Google Shape;1273;p53"/>
            <p:cNvSpPr/>
            <p:nvPr/>
          </p:nvSpPr>
          <p:spPr>
            <a:xfrm>
              <a:off x="575900"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74" name="Google Shape;1274;p53"/>
            <p:cNvSpPr/>
            <p:nvPr/>
          </p:nvSpPr>
          <p:spPr>
            <a:xfrm>
              <a:off x="2224835"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75" name="Google Shape;1275;p53"/>
            <p:cNvSpPr/>
            <p:nvPr/>
          </p:nvSpPr>
          <p:spPr>
            <a:xfrm>
              <a:off x="3873771"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76" name="Google Shape;1276;p53"/>
            <p:cNvSpPr/>
            <p:nvPr/>
          </p:nvSpPr>
          <p:spPr>
            <a:xfrm>
              <a:off x="5522706"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77" name="Google Shape;1277;p53"/>
            <p:cNvSpPr/>
            <p:nvPr/>
          </p:nvSpPr>
          <p:spPr>
            <a:xfrm>
              <a:off x="7171641"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78" name="Google Shape;1278;p53"/>
            <p:cNvSpPr/>
            <p:nvPr/>
          </p:nvSpPr>
          <p:spPr>
            <a:xfrm>
              <a:off x="575900" y="38350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79" name="Google Shape;1279;p53"/>
            <p:cNvSpPr/>
            <p:nvPr/>
          </p:nvSpPr>
          <p:spPr>
            <a:xfrm>
              <a:off x="2224835" y="38350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80" name="Google Shape;1280;p53"/>
            <p:cNvSpPr/>
            <p:nvPr/>
          </p:nvSpPr>
          <p:spPr>
            <a:xfrm>
              <a:off x="3873771" y="38350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81" name="Google Shape;1281;p53"/>
            <p:cNvSpPr/>
            <p:nvPr/>
          </p:nvSpPr>
          <p:spPr>
            <a:xfrm>
              <a:off x="5522706" y="38350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282" name="Google Shape;1282;p53"/>
            <p:cNvSpPr/>
            <p:nvPr/>
          </p:nvSpPr>
          <p:spPr>
            <a:xfrm>
              <a:off x="7171641" y="38350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grpSp>
      <p:pic>
        <p:nvPicPr>
          <p:cNvPr id="1283" name="Google Shape;1283;p53"/>
          <p:cNvPicPr preferRelativeResize="0"/>
          <p:nvPr/>
        </p:nvPicPr>
        <p:blipFill>
          <a:blip r:embed="rId2">
            <a:alphaModFix/>
          </a:blip>
          <a:stretch>
            <a:fillRect/>
          </a:stretch>
        </p:blipFill>
        <p:spPr>
          <a:xfrm>
            <a:off x="899824" y="1571471"/>
            <a:ext cx="942347" cy="169708"/>
          </a:xfrm>
          <a:prstGeom prst="rect">
            <a:avLst/>
          </a:prstGeom>
          <a:noFill/>
          <a:ln>
            <a:noFill/>
          </a:ln>
        </p:spPr>
      </p:pic>
      <p:pic>
        <p:nvPicPr>
          <p:cNvPr id="1284" name="Google Shape;1284;p53"/>
          <p:cNvPicPr preferRelativeResize="0"/>
          <p:nvPr/>
        </p:nvPicPr>
        <p:blipFill>
          <a:blip r:embed="rId3">
            <a:alphaModFix/>
          </a:blip>
          <a:stretch>
            <a:fillRect/>
          </a:stretch>
        </p:blipFill>
        <p:spPr>
          <a:xfrm>
            <a:off x="2621030" y="1549845"/>
            <a:ext cx="745413" cy="212974"/>
          </a:xfrm>
          <a:prstGeom prst="rect">
            <a:avLst/>
          </a:prstGeom>
          <a:noFill/>
          <a:ln>
            <a:noFill/>
          </a:ln>
        </p:spPr>
      </p:pic>
      <p:pic>
        <p:nvPicPr>
          <p:cNvPr id="1285" name="Google Shape;1285;p53"/>
          <p:cNvPicPr preferRelativeResize="0"/>
          <p:nvPr/>
        </p:nvPicPr>
        <p:blipFill rotWithShape="1">
          <a:blip r:embed="rId4">
            <a:alphaModFix/>
          </a:blip>
          <a:srcRect b="0" l="0" r="0" t="0"/>
          <a:stretch/>
        </p:blipFill>
        <p:spPr>
          <a:xfrm>
            <a:off x="4145420" y="1582718"/>
            <a:ext cx="994491" cy="147254"/>
          </a:xfrm>
          <a:prstGeom prst="rect">
            <a:avLst/>
          </a:prstGeom>
          <a:noFill/>
          <a:ln>
            <a:noFill/>
          </a:ln>
        </p:spPr>
      </p:pic>
      <p:pic>
        <p:nvPicPr>
          <p:cNvPr id="1286" name="Google Shape;1286;p53"/>
          <p:cNvPicPr preferRelativeResize="0"/>
          <p:nvPr/>
        </p:nvPicPr>
        <p:blipFill rotWithShape="1">
          <a:blip r:embed="rId5">
            <a:alphaModFix/>
          </a:blip>
          <a:srcRect b="17752" l="11980" r="11026" t="18117"/>
          <a:stretch/>
        </p:blipFill>
        <p:spPr>
          <a:xfrm>
            <a:off x="5964995" y="1468525"/>
            <a:ext cx="653226" cy="375599"/>
          </a:xfrm>
          <a:prstGeom prst="rect">
            <a:avLst/>
          </a:prstGeom>
          <a:noFill/>
          <a:ln>
            <a:noFill/>
          </a:ln>
        </p:spPr>
      </p:pic>
      <p:pic>
        <p:nvPicPr>
          <p:cNvPr id="1287" name="Google Shape;1287;p53"/>
          <p:cNvPicPr preferRelativeResize="0"/>
          <p:nvPr/>
        </p:nvPicPr>
        <p:blipFill>
          <a:blip r:embed="rId6">
            <a:alphaModFix/>
          </a:blip>
          <a:stretch>
            <a:fillRect/>
          </a:stretch>
        </p:blipFill>
        <p:spPr>
          <a:xfrm>
            <a:off x="7443307" y="1554978"/>
            <a:ext cx="994491" cy="202739"/>
          </a:xfrm>
          <a:prstGeom prst="rect">
            <a:avLst/>
          </a:prstGeom>
          <a:noFill/>
          <a:ln>
            <a:noFill/>
          </a:ln>
        </p:spPr>
      </p:pic>
      <p:pic>
        <p:nvPicPr>
          <p:cNvPr id="1288" name="Google Shape;1288;p53"/>
          <p:cNvPicPr preferRelativeResize="0"/>
          <p:nvPr/>
        </p:nvPicPr>
        <p:blipFill>
          <a:blip r:embed="rId7">
            <a:alphaModFix/>
          </a:blip>
          <a:stretch>
            <a:fillRect/>
          </a:stretch>
        </p:blipFill>
        <p:spPr>
          <a:xfrm>
            <a:off x="1070590" y="2235364"/>
            <a:ext cx="600815" cy="478840"/>
          </a:xfrm>
          <a:prstGeom prst="rect">
            <a:avLst/>
          </a:prstGeom>
          <a:noFill/>
          <a:ln>
            <a:noFill/>
          </a:ln>
        </p:spPr>
      </p:pic>
      <p:pic>
        <p:nvPicPr>
          <p:cNvPr id="1289" name="Google Shape;1289;p53"/>
          <p:cNvPicPr preferRelativeResize="0"/>
          <p:nvPr/>
        </p:nvPicPr>
        <p:blipFill>
          <a:blip r:embed="rId8">
            <a:alphaModFix/>
          </a:blip>
          <a:stretch>
            <a:fillRect/>
          </a:stretch>
        </p:blipFill>
        <p:spPr>
          <a:xfrm>
            <a:off x="2522565" y="2450881"/>
            <a:ext cx="942344" cy="113074"/>
          </a:xfrm>
          <a:prstGeom prst="rect">
            <a:avLst/>
          </a:prstGeom>
          <a:noFill/>
          <a:ln>
            <a:noFill/>
          </a:ln>
        </p:spPr>
      </p:pic>
      <p:pic>
        <p:nvPicPr>
          <p:cNvPr id="1290" name="Google Shape;1290;p53"/>
          <p:cNvPicPr preferRelativeResize="0"/>
          <p:nvPr/>
        </p:nvPicPr>
        <p:blipFill>
          <a:blip r:embed="rId9">
            <a:alphaModFix/>
          </a:blip>
          <a:stretch>
            <a:fillRect/>
          </a:stretch>
        </p:blipFill>
        <p:spPr>
          <a:xfrm>
            <a:off x="4011775" y="2406050"/>
            <a:ext cx="1261781" cy="202750"/>
          </a:xfrm>
          <a:prstGeom prst="rect">
            <a:avLst/>
          </a:prstGeom>
          <a:noFill/>
          <a:ln>
            <a:noFill/>
          </a:ln>
        </p:spPr>
      </p:pic>
      <p:pic>
        <p:nvPicPr>
          <p:cNvPr id="1291" name="Google Shape;1291;p53"/>
          <p:cNvPicPr preferRelativeResize="0"/>
          <p:nvPr/>
        </p:nvPicPr>
        <p:blipFill>
          <a:blip r:embed="rId10">
            <a:alphaModFix/>
          </a:blip>
          <a:stretch>
            <a:fillRect/>
          </a:stretch>
        </p:blipFill>
        <p:spPr>
          <a:xfrm>
            <a:off x="5902529" y="2338748"/>
            <a:ext cx="778158" cy="337354"/>
          </a:xfrm>
          <a:prstGeom prst="rect">
            <a:avLst/>
          </a:prstGeom>
          <a:noFill/>
          <a:ln>
            <a:noFill/>
          </a:ln>
        </p:spPr>
      </p:pic>
      <p:pic>
        <p:nvPicPr>
          <p:cNvPr id="1292" name="Google Shape;1292;p53"/>
          <p:cNvPicPr preferRelativeResize="0"/>
          <p:nvPr/>
        </p:nvPicPr>
        <p:blipFill>
          <a:blip r:embed="rId11">
            <a:alphaModFix/>
          </a:blip>
          <a:stretch>
            <a:fillRect/>
          </a:stretch>
        </p:blipFill>
        <p:spPr>
          <a:xfrm>
            <a:off x="7551482" y="2337103"/>
            <a:ext cx="778142" cy="340654"/>
          </a:xfrm>
          <a:prstGeom prst="rect">
            <a:avLst/>
          </a:prstGeom>
          <a:noFill/>
          <a:ln>
            <a:noFill/>
          </a:ln>
        </p:spPr>
      </p:pic>
      <p:pic>
        <p:nvPicPr>
          <p:cNvPr id="1293" name="Google Shape;1293;p53"/>
          <p:cNvPicPr preferRelativeResize="0"/>
          <p:nvPr/>
        </p:nvPicPr>
        <p:blipFill>
          <a:blip r:embed="rId12">
            <a:alphaModFix/>
          </a:blip>
          <a:stretch>
            <a:fillRect/>
          </a:stretch>
        </p:blipFill>
        <p:spPr>
          <a:xfrm>
            <a:off x="1044386" y="3221000"/>
            <a:ext cx="653224" cy="275050"/>
          </a:xfrm>
          <a:prstGeom prst="rect">
            <a:avLst/>
          </a:prstGeom>
          <a:noFill/>
          <a:ln>
            <a:noFill/>
          </a:ln>
        </p:spPr>
      </p:pic>
      <p:pic>
        <p:nvPicPr>
          <p:cNvPr id="1294" name="Google Shape;1294;p53"/>
          <p:cNvPicPr preferRelativeResize="0"/>
          <p:nvPr/>
        </p:nvPicPr>
        <p:blipFill>
          <a:blip r:embed="rId13">
            <a:alphaModFix/>
          </a:blip>
          <a:stretch>
            <a:fillRect/>
          </a:stretch>
        </p:blipFill>
        <p:spPr>
          <a:xfrm>
            <a:off x="2492950" y="3170729"/>
            <a:ext cx="1001573" cy="375588"/>
          </a:xfrm>
          <a:prstGeom prst="rect">
            <a:avLst/>
          </a:prstGeom>
          <a:noFill/>
          <a:ln>
            <a:noFill/>
          </a:ln>
        </p:spPr>
      </p:pic>
      <p:pic>
        <p:nvPicPr>
          <p:cNvPr id="1295" name="Google Shape;1295;p53"/>
          <p:cNvPicPr preferRelativeResize="0"/>
          <p:nvPr/>
        </p:nvPicPr>
        <p:blipFill>
          <a:blip r:embed="rId14">
            <a:alphaModFix/>
          </a:blip>
          <a:stretch>
            <a:fillRect/>
          </a:stretch>
        </p:blipFill>
        <p:spPr>
          <a:xfrm>
            <a:off x="4316058" y="3169152"/>
            <a:ext cx="653215" cy="378733"/>
          </a:xfrm>
          <a:prstGeom prst="rect">
            <a:avLst/>
          </a:prstGeom>
          <a:noFill/>
          <a:ln>
            <a:noFill/>
          </a:ln>
        </p:spPr>
      </p:pic>
      <p:pic>
        <p:nvPicPr>
          <p:cNvPr id="1296" name="Google Shape;1296;p53"/>
          <p:cNvPicPr preferRelativeResize="0"/>
          <p:nvPr/>
        </p:nvPicPr>
        <p:blipFill rotWithShape="1">
          <a:blip r:embed="rId15">
            <a:alphaModFix/>
          </a:blip>
          <a:srcRect b="0" l="0" r="0" t="0"/>
          <a:stretch/>
        </p:blipFill>
        <p:spPr>
          <a:xfrm>
            <a:off x="5813589" y="3273673"/>
            <a:ext cx="956038" cy="169708"/>
          </a:xfrm>
          <a:prstGeom prst="rect">
            <a:avLst/>
          </a:prstGeom>
          <a:noFill/>
          <a:ln>
            <a:noFill/>
          </a:ln>
        </p:spPr>
      </p:pic>
      <p:pic>
        <p:nvPicPr>
          <p:cNvPr descr="Picture" id="1297" name="Google Shape;1297;p53"/>
          <p:cNvPicPr preferRelativeResize="0"/>
          <p:nvPr/>
        </p:nvPicPr>
        <p:blipFill rotWithShape="1">
          <a:blip r:embed="rId16">
            <a:alphaModFix/>
          </a:blip>
          <a:srcRect b="0" l="0" r="0" t="0"/>
          <a:stretch/>
        </p:blipFill>
        <p:spPr>
          <a:xfrm>
            <a:off x="7714478" y="3149125"/>
            <a:ext cx="452150" cy="418800"/>
          </a:xfrm>
          <a:prstGeom prst="rect">
            <a:avLst/>
          </a:prstGeom>
          <a:noFill/>
          <a:ln>
            <a:noFill/>
          </a:ln>
        </p:spPr>
      </p:pic>
      <p:pic>
        <p:nvPicPr>
          <p:cNvPr id="1298" name="Google Shape;1298;p53"/>
          <p:cNvPicPr preferRelativeResize="0"/>
          <p:nvPr/>
        </p:nvPicPr>
        <p:blipFill>
          <a:blip r:embed="rId17">
            <a:alphaModFix/>
          </a:blip>
          <a:stretch>
            <a:fillRect/>
          </a:stretch>
        </p:blipFill>
        <p:spPr>
          <a:xfrm>
            <a:off x="828486" y="4020251"/>
            <a:ext cx="1085024" cy="378733"/>
          </a:xfrm>
          <a:prstGeom prst="rect">
            <a:avLst/>
          </a:prstGeom>
          <a:noFill/>
          <a:ln>
            <a:noFill/>
          </a:ln>
        </p:spPr>
      </p:pic>
      <p:pic>
        <p:nvPicPr>
          <p:cNvPr id="1299" name="Google Shape;1299;p53"/>
          <p:cNvPicPr preferRelativeResize="0"/>
          <p:nvPr/>
        </p:nvPicPr>
        <p:blipFill>
          <a:blip r:embed="rId18">
            <a:alphaModFix/>
          </a:blip>
          <a:stretch>
            <a:fillRect/>
          </a:stretch>
        </p:blipFill>
        <p:spPr>
          <a:xfrm>
            <a:off x="2558434" y="4083353"/>
            <a:ext cx="870605" cy="212974"/>
          </a:xfrm>
          <a:prstGeom prst="rect">
            <a:avLst/>
          </a:prstGeom>
          <a:noFill/>
          <a:ln>
            <a:noFill/>
          </a:ln>
        </p:spPr>
      </p:pic>
      <p:pic>
        <p:nvPicPr>
          <p:cNvPr id="1300" name="Google Shape;1300;p53"/>
          <p:cNvPicPr preferRelativeResize="0"/>
          <p:nvPr/>
        </p:nvPicPr>
        <p:blipFill>
          <a:blip r:embed="rId19">
            <a:alphaModFix/>
          </a:blip>
          <a:stretch>
            <a:fillRect/>
          </a:stretch>
        </p:blipFill>
        <p:spPr>
          <a:xfrm>
            <a:off x="4211713" y="3950410"/>
            <a:ext cx="861905" cy="478841"/>
          </a:xfrm>
          <a:prstGeom prst="rect">
            <a:avLst/>
          </a:prstGeom>
          <a:noFill/>
          <a:ln>
            <a:noFill/>
          </a:ln>
        </p:spPr>
      </p:pic>
      <p:pic>
        <p:nvPicPr>
          <p:cNvPr id="1301" name="Google Shape;1301;p53"/>
          <p:cNvPicPr preferRelativeResize="0"/>
          <p:nvPr/>
        </p:nvPicPr>
        <p:blipFill>
          <a:blip r:embed="rId20">
            <a:alphaModFix/>
          </a:blip>
          <a:stretch>
            <a:fillRect/>
          </a:stretch>
        </p:blipFill>
        <p:spPr>
          <a:xfrm>
            <a:off x="5863781" y="3980433"/>
            <a:ext cx="855653" cy="418801"/>
          </a:xfrm>
          <a:prstGeom prst="rect">
            <a:avLst/>
          </a:prstGeom>
          <a:noFill/>
          <a:ln>
            <a:noFill/>
          </a:ln>
        </p:spPr>
      </p:pic>
      <p:pic>
        <p:nvPicPr>
          <p:cNvPr id="1302" name="Google Shape;1302;p53"/>
          <p:cNvPicPr preferRelativeResize="0"/>
          <p:nvPr/>
        </p:nvPicPr>
        <p:blipFill>
          <a:blip r:embed="rId21">
            <a:alphaModFix/>
          </a:blip>
          <a:stretch>
            <a:fillRect/>
          </a:stretch>
        </p:blipFill>
        <p:spPr>
          <a:xfrm>
            <a:off x="7640145" y="4039288"/>
            <a:ext cx="600815" cy="301076"/>
          </a:xfrm>
          <a:prstGeom prst="rect">
            <a:avLst/>
          </a:prstGeom>
          <a:noFill/>
          <a:ln>
            <a:noFill/>
          </a:ln>
        </p:spPr>
      </p:pic>
      <p:sp>
        <p:nvSpPr>
          <p:cNvPr id="1303" name="Google Shape;1303;p53"/>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04" name="Google Shape;1304;p53"/>
          <p:cNvPicPr preferRelativeResize="0"/>
          <p:nvPr/>
        </p:nvPicPr>
        <p:blipFill>
          <a:blip r:embed="rId22">
            <a:alphaModFix/>
          </a:blip>
          <a:stretch>
            <a:fillRect/>
          </a:stretch>
        </p:blipFill>
        <p:spPr>
          <a:xfrm>
            <a:off x="8933375" y="62875"/>
            <a:ext cx="143400" cy="129650"/>
          </a:xfrm>
          <a:prstGeom prst="rect">
            <a:avLst/>
          </a:prstGeom>
          <a:noFill/>
          <a:ln>
            <a:noFill/>
          </a:ln>
        </p:spPr>
      </p:pic>
      <p:sp>
        <p:nvSpPr>
          <p:cNvPr id="1305" name="Google Shape;1305;p53"/>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1306" name="Google Shape;1306;p53"/>
          <p:cNvSpPr txBox="1"/>
          <p:nvPr/>
        </p:nvSpPr>
        <p:spPr>
          <a:xfrm>
            <a:off x="492900" y="417425"/>
            <a:ext cx="2907600" cy="369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GB" sz="1200">
                <a:solidFill>
                  <a:srgbClr val="2095D3"/>
                </a:solidFill>
                <a:latin typeface="Lexend"/>
                <a:ea typeface="Lexend"/>
                <a:cs typeface="Lexend"/>
                <a:sym typeface="Lexend"/>
              </a:rPr>
              <a:t>OUR CUSTOMERS</a:t>
            </a:r>
            <a:endParaRPr sz="1200">
              <a:solidFill>
                <a:srgbClr val="2095D3"/>
              </a:solidFill>
              <a:latin typeface="Lexend"/>
              <a:ea typeface="Lexend"/>
              <a:cs typeface="Lexend"/>
              <a:sym typeface="Lexend"/>
            </a:endParaRPr>
          </a:p>
        </p:txBody>
      </p:sp>
      <p:sp>
        <p:nvSpPr>
          <p:cNvPr id="1307" name="Google Shape;1307;p53"/>
          <p:cNvSpPr txBox="1"/>
          <p:nvPr/>
        </p:nvSpPr>
        <p:spPr>
          <a:xfrm>
            <a:off x="569100" y="673350"/>
            <a:ext cx="43941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rgbClr val="0F618C"/>
                </a:solidFill>
                <a:latin typeface="Lexend"/>
                <a:ea typeface="Lexend"/>
                <a:cs typeface="Lexend"/>
                <a:sym typeface="Lexend"/>
              </a:rPr>
              <a:t>Media &amp; Entertainment</a:t>
            </a:r>
            <a:endParaRPr sz="3500">
              <a:solidFill>
                <a:srgbClr val="196B98"/>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ient Logos - Health, Insurance &amp; Legal">
  <p:cSld name="CUSTOM_21">
    <p:spTree>
      <p:nvGrpSpPr>
        <p:cNvPr id="1308" name="Shape 1308"/>
        <p:cNvGrpSpPr/>
        <p:nvPr/>
      </p:nvGrpSpPr>
      <p:grpSpPr>
        <a:xfrm>
          <a:off x="0" y="0"/>
          <a:ext cx="0" cy="0"/>
          <a:chOff x="0" y="0"/>
          <a:chExt cx="0" cy="0"/>
        </a:xfrm>
      </p:grpSpPr>
      <p:grpSp>
        <p:nvGrpSpPr>
          <p:cNvPr id="1309" name="Google Shape;1309;p54"/>
          <p:cNvGrpSpPr/>
          <p:nvPr/>
        </p:nvGrpSpPr>
        <p:grpSpPr>
          <a:xfrm>
            <a:off x="575875" y="1281775"/>
            <a:ext cx="8133384" cy="3302178"/>
            <a:chOff x="575875" y="1281775"/>
            <a:chExt cx="8133384" cy="3302178"/>
          </a:xfrm>
        </p:grpSpPr>
        <p:sp>
          <p:nvSpPr>
            <p:cNvPr id="1310" name="Google Shape;1310;p54"/>
            <p:cNvSpPr/>
            <p:nvPr/>
          </p:nvSpPr>
          <p:spPr>
            <a:xfrm>
              <a:off x="575875" y="1281775"/>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11" name="Google Shape;1311;p54"/>
            <p:cNvSpPr/>
            <p:nvPr/>
          </p:nvSpPr>
          <p:spPr>
            <a:xfrm>
              <a:off x="2221031" y="1281775"/>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12" name="Google Shape;1312;p54"/>
            <p:cNvSpPr/>
            <p:nvPr/>
          </p:nvSpPr>
          <p:spPr>
            <a:xfrm>
              <a:off x="3866276" y="1281775"/>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13" name="Google Shape;1313;p54"/>
            <p:cNvSpPr/>
            <p:nvPr/>
          </p:nvSpPr>
          <p:spPr>
            <a:xfrm>
              <a:off x="5511522" y="1281775"/>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14" name="Google Shape;1314;p54"/>
            <p:cNvSpPr/>
            <p:nvPr/>
          </p:nvSpPr>
          <p:spPr>
            <a:xfrm>
              <a:off x="7156768" y="1281775"/>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15" name="Google Shape;1315;p54"/>
            <p:cNvSpPr/>
            <p:nvPr/>
          </p:nvSpPr>
          <p:spPr>
            <a:xfrm>
              <a:off x="575875" y="1958444"/>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16" name="Google Shape;1316;p54"/>
            <p:cNvSpPr/>
            <p:nvPr/>
          </p:nvSpPr>
          <p:spPr>
            <a:xfrm>
              <a:off x="2221031" y="1958444"/>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17" name="Google Shape;1317;p54"/>
            <p:cNvSpPr/>
            <p:nvPr/>
          </p:nvSpPr>
          <p:spPr>
            <a:xfrm>
              <a:off x="3866276" y="1958444"/>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18" name="Google Shape;1318;p54"/>
            <p:cNvSpPr/>
            <p:nvPr/>
          </p:nvSpPr>
          <p:spPr>
            <a:xfrm>
              <a:off x="5511522" y="1958444"/>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19" name="Google Shape;1319;p54"/>
            <p:cNvSpPr/>
            <p:nvPr/>
          </p:nvSpPr>
          <p:spPr>
            <a:xfrm>
              <a:off x="7156768" y="1958444"/>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20" name="Google Shape;1320;p54"/>
            <p:cNvSpPr/>
            <p:nvPr/>
          </p:nvSpPr>
          <p:spPr>
            <a:xfrm>
              <a:off x="575875" y="2635112"/>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21" name="Google Shape;1321;p54"/>
            <p:cNvSpPr/>
            <p:nvPr/>
          </p:nvSpPr>
          <p:spPr>
            <a:xfrm>
              <a:off x="2221031" y="2635112"/>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22" name="Google Shape;1322;p54"/>
            <p:cNvSpPr/>
            <p:nvPr/>
          </p:nvSpPr>
          <p:spPr>
            <a:xfrm>
              <a:off x="3866276" y="2635112"/>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23" name="Google Shape;1323;p54"/>
            <p:cNvSpPr/>
            <p:nvPr/>
          </p:nvSpPr>
          <p:spPr>
            <a:xfrm>
              <a:off x="5511522" y="2635112"/>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24" name="Google Shape;1324;p54"/>
            <p:cNvSpPr/>
            <p:nvPr/>
          </p:nvSpPr>
          <p:spPr>
            <a:xfrm>
              <a:off x="7156768" y="2635112"/>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25" name="Google Shape;1325;p54"/>
            <p:cNvSpPr/>
            <p:nvPr/>
          </p:nvSpPr>
          <p:spPr>
            <a:xfrm>
              <a:off x="575875" y="3311781"/>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26" name="Google Shape;1326;p54"/>
            <p:cNvSpPr/>
            <p:nvPr/>
          </p:nvSpPr>
          <p:spPr>
            <a:xfrm>
              <a:off x="2221031" y="3311781"/>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27" name="Google Shape;1327;p54"/>
            <p:cNvSpPr/>
            <p:nvPr/>
          </p:nvSpPr>
          <p:spPr>
            <a:xfrm>
              <a:off x="3866276" y="3311781"/>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28" name="Google Shape;1328;p54"/>
            <p:cNvSpPr/>
            <p:nvPr/>
          </p:nvSpPr>
          <p:spPr>
            <a:xfrm>
              <a:off x="5511522" y="3311781"/>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29" name="Google Shape;1329;p54"/>
            <p:cNvSpPr/>
            <p:nvPr/>
          </p:nvSpPr>
          <p:spPr>
            <a:xfrm>
              <a:off x="7156768" y="3311781"/>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30" name="Google Shape;1330;p54"/>
            <p:cNvSpPr/>
            <p:nvPr/>
          </p:nvSpPr>
          <p:spPr>
            <a:xfrm>
              <a:off x="575923" y="3988453"/>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31" name="Google Shape;1331;p54"/>
            <p:cNvSpPr/>
            <p:nvPr/>
          </p:nvSpPr>
          <p:spPr>
            <a:xfrm>
              <a:off x="2221207" y="3988453"/>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32" name="Google Shape;1332;p54"/>
            <p:cNvSpPr/>
            <p:nvPr/>
          </p:nvSpPr>
          <p:spPr>
            <a:xfrm>
              <a:off x="3866491" y="3988453"/>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33" name="Google Shape;1333;p54"/>
            <p:cNvSpPr/>
            <p:nvPr/>
          </p:nvSpPr>
          <p:spPr>
            <a:xfrm>
              <a:off x="5511775" y="3988453"/>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34" name="Google Shape;1334;p54"/>
            <p:cNvSpPr/>
            <p:nvPr/>
          </p:nvSpPr>
          <p:spPr>
            <a:xfrm>
              <a:off x="7157059" y="3988453"/>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grpSp>
      <p:pic>
        <p:nvPicPr>
          <p:cNvPr id="1335" name="Google Shape;1335;p54"/>
          <p:cNvPicPr preferRelativeResize="0"/>
          <p:nvPr/>
        </p:nvPicPr>
        <p:blipFill rotWithShape="1">
          <a:blip r:embed="rId2">
            <a:alphaModFix/>
          </a:blip>
          <a:srcRect b="0" l="0" r="0" t="0"/>
          <a:stretch/>
        </p:blipFill>
        <p:spPr>
          <a:xfrm>
            <a:off x="1200075" y="1398788"/>
            <a:ext cx="360875" cy="360875"/>
          </a:xfrm>
          <a:prstGeom prst="rect">
            <a:avLst/>
          </a:prstGeom>
          <a:noFill/>
          <a:ln>
            <a:noFill/>
          </a:ln>
        </p:spPr>
      </p:pic>
      <p:pic>
        <p:nvPicPr>
          <p:cNvPr id="1336" name="Google Shape;1336;p54"/>
          <p:cNvPicPr preferRelativeResize="0"/>
          <p:nvPr/>
        </p:nvPicPr>
        <p:blipFill rotWithShape="1">
          <a:blip r:embed="rId3">
            <a:alphaModFix/>
          </a:blip>
          <a:srcRect b="30481" l="0" r="0" t="31422"/>
          <a:stretch/>
        </p:blipFill>
        <p:spPr>
          <a:xfrm>
            <a:off x="2505633" y="1473100"/>
            <a:ext cx="986900" cy="254750"/>
          </a:xfrm>
          <a:prstGeom prst="rect">
            <a:avLst/>
          </a:prstGeom>
          <a:noFill/>
          <a:ln>
            <a:noFill/>
          </a:ln>
        </p:spPr>
      </p:pic>
      <p:pic>
        <p:nvPicPr>
          <p:cNvPr descr="Picture" id="1337" name="Google Shape;1337;p54"/>
          <p:cNvPicPr preferRelativeResize="0"/>
          <p:nvPr/>
        </p:nvPicPr>
        <p:blipFill rotWithShape="1">
          <a:blip r:embed="rId4">
            <a:alphaModFix/>
          </a:blip>
          <a:srcRect b="35375" l="0" r="0" t="38257"/>
          <a:stretch/>
        </p:blipFill>
        <p:spPr>
          <a:xfrm>
            <a:off x="4194588" y="1507339"/>
            <a:ext cx="895345" cy="188775"/>
          </a:xfrm>
          <a:prstGeom prst="rect">
            <a:avLst/>
          </a:prstGeom>
          <a:noFill/>
          <a:ln>
            <a:noFill/>
          </a:ln>
        </p:spPr>
      </p:pic>
      <p:pic>
        <p:nvPicPr>
          <p:cNvPr id="1338" name="Google Shape;1338;p54"/>
          <p:cNvPicPr preferRelativeResize="0"/>
          <p:nvPr/>
        </p:nvPicPr>
        <p:blipFill rotWithShape="1">
          <a:blip r:embed="rId5">
            <a:alphaModFix/>
          </a:blip>
          <a:srcRect b="0" l="0" r="13217" t="0"/>
          <a:stretch/>
        </p:blipFill>
        <p:spPr>
          <a:xfrm>
            <a:off x="5874139" y="1427000"/>
            <a:ext cx="792675" cy="304450"/>
          </a:xfrm>
          <a:prstGeom prst="rect">
            <a:avLst/>
          </a:prstGeom>
          <a:noFill/>
          <a:ln>
            <a:noFill/>
          </a:ln>
        </p:spPr>
      </p:pic>
      <p:pic>
        <p:nvPicPr>
          <p:cNvPr id="1339" name="Google Shape;1339;p54"/>
          <p:cNvPicPr preferRelativeResize="0"/>
          <p:nvPr/>
        </p:nvPicPr>
        <p:blipFill>
          <a:blip r:embed="rId6">
            <a:alphaModFix/>
          </a:blip>
          <a:stretch>
            <a:fillRect/>
          </a:stretch>
        </p:blipFill>
        <p:spPr>
          <a:xfrm>
            <a:off x="7674030" y="1349274"/>
            <a:ext cx="566512" cy="459907"/>
          </a:xfrm>
          <a:prstGeom prst="rect">
            <a:avLst/>
          </a:prstGeom>
          <a:noFill/>
          <a:ln>
            <a:noFill/>
          </a:ln>
        </p:spPr>
      </p:pic>
      <p:pic>
        <p:nvPicPr>
          <p:cNvPr id="1340" name="Google Shape;1340;p54"/>
          <p:cNvPicPr preferRelativeResize="0"/>
          <p:nvPr/>
        </p:nvPicPr>
        <p:blipFill>
          <a:blip r:embed="rId7">
            <a:alphaModFix/>
          </a:blip>
          <a:stretch>
            <a:fillRect/>
          </a:stretch>
        </p:blipFill>
        <p:spPr>
          <a:xfrm>
            <a:off x="955275" y="2165111"/>
            <a:ext cx="850475" cy="188803"/>
          </a:xfrm>
          <a:prstGeom prst="rect">
            <a:avLst/>
          </a:prstGeom>
          <a:noFill/>
          <a:ln>
            <a:noFill/>
          </a:ln>
        </p:spPr>
      </p:pic>
      <p:pic>
        <p:nvPicPr>
          <p:cNvPr id="1341" name="Google Shape;1341;p54"/>
          <p:cNvPicPr preferRelativeResize="0"/>
          <p:nvPr/>
        </p:nvPicPr>
        <p:blipFill>
          <a:blip r:embed="rId8">
            <a:alphaModFix/>
          </a:blip>
          <a:stretch>
            <a:fillRect/>
          </a:stretch>
        </p:blipFill>
        <p:spPr>
          <a:xfrm>
            <a:off x="2756059" y="2096501"/>
            <a:ext cx="486048" cy="309625"/>
          </a:xfrm>
          <a:prstGeom prst="rect">
            <a:avLst/>
          </a:prstGeom>
          <a:noFill/>
          <a:ln>
            <a:noFill/>
          </a:ln>
        </p:spPr>
      </p:pic>
      <p:pic>
        <p:nvPicPr>
          <p:cNvPr id="1342" name="Google Shape;1342;p54"/>
          <p:cNvPicPr preferRelativeResize="0"/>
          <p:nvPr/>
        </p:nvPicPr>
        <p:blipFill>
          <a:blip r:embed="rId9">
            <a:alphaModFix/>
          </a:blip>
          <a:stretch>
            <a:fillRect/>
          </a:stretch>
        </p:blipFill>
        <p:spPr>
          <a:xfrm>
            <a:off x="4324108" y="2076524"/>
            <a:ext cx="636304" cy="335967"/>
          </a:xfrm>
          <a:prstGeom prst="rect">
            <a:avLst/>
          </a:prstGeom>
          <a:noFill/>
          <a:ln>
            <a:noFill/>
          </a:ln>
        </p:spPr>
      </p:pic>
      <p:pic>
        <p:nvPicPr>
          <p:cNvPr id="1343" name="Google Shape;1343;p54"/>
          <p:cNvPicPr preferRelativeResize="0"/>
          <p:nvPr/>
        </p:nvPicPr>
        <p:blipFill>
          <a:blip r:embed="rId10">
            <a:alphaModFix/>
          </a:blip>
          <a:stretch>
            <a:fillRect/>
          </a:stretch>
        </p:blipFill>
        <p:spPr>
          <a:xfrm>
            <a:off x="5845240" y="2150916"/>
            <a:ext cx="850473" cy="217186"/>
          </a:xfrm>
          <a:prstGeom prst="rect">
            <a:avLst/>
          </a:prstGeom>
          <a:noFill/>
          <a:ln>
            <a:noFill/>
          </a:ln>
        </p:spPr>
      </p:pic>
      <p:pic>
        <p:nvPicPr>
          <p:cNvPr id="1344" name="Google Shape;1344;p54"/>
          <p:cNvPicPr preferRelativeResize="0"/>
          <p:nvPr/>
        </p:nvPicPr>
        <p:blipFill rotWithShape="1">
          <a:blip r:embed="rId11">
            <a:alphaModFix/>
          </a:blip>
          <a:srcRect b="20601" l="0" r="0" t="22141"/>
          <a:stretch/>
        </p:blipFill>
        <p:spPr>
          <a:xfrm>
            <a:off x="7463836" y="2141302"/>
            <a:ext cx="986900" cy="236409"/>
          </a:xfrm>
          <a:prstGeom prst="rect">
            <a:avLst/>
          </a:prstGeom>
          <a:noFill/>
          <a:ln>
            <a:noFill/>
          </a:ln>
        </p:spPr>
      </p:pic>
      <p:pic>
        <p:nvPicPr>
          <p:cNvPr id="1345" name="Google Shape;1345;p54"/>
          <p:cNvPicPr preferRelativeResize="0"/>
          <p:nvPr/>
        </p:nvPicPr>
        <p:blipFill rotWithShape="1">
          <a:blip r:embed="rId12">
            <a:alphaModFix/>
          </a:blip>
          <a:srcRect b="38459" l="0" r="0" t="41494"/>
          <a:stretch/>
        </p:blipFill>
        <p:spPr>
          <a:xfrm>
            <a:off x="848712" y="2847624"/>
            <a:ext cx="1063600" cy="170489"/>
          </a:xfrm>
          <a:prstGeom prst="rect">
            <a:avLst/>
          </a:prstGeom>
          <a:noFill/>
          <a:ln>
            <a:noFill/>
          </a:ln>
        </p:spPr>
      </p:pic>
      <p:pic>
        <p:nvPicPr>
          <p:cNvPr id="1346" name="Google Shape;1346;p54"/>
          <p:cNvPicPr preferRelativeResize="0"/>
          <p:nvPr/>
        </p:nvPicPr>
        <p:blipFill>
          <a:blip r:embed="rId13">
            <a:alphaModFix/>
          </a:blip>
          <a:stretch>
            <a:fillRect/>
          </a:stretch>
        </p:blipFill>
        <p:spPr>
          <a:xfrm>
            <a:off x="2528242" y="2880430"/>
            <a:ext cx="941683" cy="124303"/>
          </a:xfrm>
          <a:prstGeom prst="rect">
            <a:avLst/>
          </a:prstGeom>
          <a:noFill/>
          <a:ln>
            <a:noFill/>
          </a:ln>
        </p:spPr>
      </p:pic>
      <p:pic>
        <p:nvPicPr>
          <p:cNvPr id="1347" name="Google Shape;1347;p54"/>
          <p:cNvPicPr preferRelativeResize="0"/>
          <p:nvPr/>
        </p:nvPicPr>
        <p:blipFill>
          <a:blip r:embed="rId14">
            <a:alphaModFix/>
          </a:blip>
          <a:stretch>
            <a:fillRect/>
          </a:stretch>
        </p:blipFill>
        <p:spPr>
          <a:xfrm>
            <a:off x="4206690" y="2766738"/>
            <a:ext cx="871141" cy="309634"/>
          </a:xfrm>
          <a:prstGeom prst="rect">
            <a:avLst/>
          </a:prstGeom>
          <a:noFill/>
          <a:ln>
            <a:noFill/>
          </a:ln>
        </p:spPr>
      </p:pic>
      <p:pic>
        <p:nvPicPr>
          <p:cNvPr id="1348" name="Google Shape;1348;p54"/>
          <p:cNvPicPr preferRelativeResize="0"/>
          <p:nvPr/>
        </p:nvPicPr>
        <p:blipFill rotWithShape="1">
          <a:blip r:embed="rId15">
            <a:alphaModFix/>
          </a:blip>
          <a:srcRect b="36974" l="12335" r="21493" t="38306"/>
          <a:stretch/>
        </p:blipFill>
        <p:spPr>
          <a:xfrm>
            <a:off x="5707927" y="2819304"/>
            <a:ext cx="1125099" cy="276058"/>
          </a:xfrm>
          <a:prstGeom prst="rect">
            <a:avLst/>
          </a:prstGeom>
          <a:noFill/>
          <a:ln>
            <a:noFill/>
          </a:ln>
        </p:spPr>
      </p:pic>
      <p:pic>
        <p:nvPicPr>
          <p:cNvPr descr="Picture" id="1349" name="Google Shape;1349;p54"/>
          <p:cNvPicPr preferRelativeResize="0"/>
          <p:nvPr/>
        </p:nvPicPr>
        <p:blipFill rotWithShape="1">
          <a:blip r:embed="rId16">
            <a:alphaModFix/>
          </a:blip>
          <a:srcRect b="0" l="0" r="0" t="0"/>
          <a:stretch/>
        </p:blipFill>
        <p:spPr>
          <a:xfrm>
            <a:off x="7743943" y="2709837"/>
            <a:ext cx="426685" cy="425046"/>
          </a:xfrm>
          <a:prstGeom prst="rect">
            <a:avLst/>
          </a:prstGeom>
          <a:noFill/>
          <a:ln>
            <a:noFill/>
          </a:ln>
        </p:spPr>
      </p:pic>
      <p:pic>
        <p:nvPicPr>
          <p:cNvPr id="1350" name="Google Shape;1350;p54"/>
          <p:cNvPicPr preferRelativeResize="0"/>
          <p:nvPr/>
        </p:nvPicPr>
        <p:blipFill>
          <a:blip r:embed="rId17">
            <a:alphaModFix/>
          </a:blip>
          <a:stretch>
            <a:fillRect/>
          </a:stretch>
        </p:blipFill>
        <p:spPr>
          <a:xfrm>
            <a:off x="984174" y="3495270"/>
            <a:ext cx="792676" cy="304454"/>
          </a:xfrm>
          <a:prstGeom prst="rect">
            <a:avLst/>
          </a:prstGeom>
          <a:noFill/>
          <a:ln>
            <a:noFill/>
          </a:ln>
        </p:spPr>
      </p:pic>
      <p:pic>
        <p:nvPicPr>
          <p:cNvPr descr="Picture" id="1351" name="Google Shape;1351;p54"/>
          <p:cNvPicPr preferRelativeResize="0"/>
          <p:nvPr/>
        </p:nvPicPr>
        <p:blipFill rotWithShape="1">
          <a:blip r:embed="rId18">
            <a:alphaModFix/>
          </a:blip>
          <a:srcRect b="0" l="0" r="0" t="0"/>
          <a:stretch/>
        </p:blipFill>
        <p:spPr>
          <a:xfrm>
            <a:off x="2573845" y="3479036"/>
            <a:ext cx="850475" cy="212619"/>
          </a:xfrm>
          <a:prstGeom prst="rect">
            <a:avLst/>
          </a:prstGeom>
          <a:noFill/>
          <a:ln>
            <a:noFill/>
          </a:ln>
        </p:spPr>
      </p:pic>
      <p:pic>
        <p:nvPicPr>
          <p:cNvPr id="1352" name="Google Shape;1352;p54"/>
          <p:cNvPicPr preferRelativeResize="0"/>
          <p:nvPr/>
        </p:nvPicPr>
        <p:blipFill rotWithShape="1">
          <a:blip r:embed="rId19">
            <a:alphaModFix/>
          </a:blip>
          <a:srcRect b="0" l="0" r="0" t="0"/>
          <a:stretch/>
        </p:blipFill>
        <p:spPr>
          <a:xfrm>
            <a:off x="4324109" y="3430631"/>
            <a:ext cx="636304" cy="354415"/>
          </a:xfrm>
          <a:prstGeom prst="rect">
            <a:avLst/>
          </a:prstGeom>
          <a:noFill/>
          <a:ln>
            <a:noFill/>
          </a:ln>
        </p:spPr>
      </p:pic>
      <p:pic>
        <p:nvPicPr>
          <p:cNvPr id="1353" name="Google Shape;1353;p54"/>
          <p:cNvPicPr preferRelativeResize="0"/>
          <p:nvPr/>
        </p:nvPicPr>
        <p:blipFill rotWithShape="1">
          <a:blip r:embed="rId20">
            <a:alphaModFix/>
          </a:blip>
          <a:srcRect b="0" l="5916" r="4981" t="0"/>
          <a:stretch/>
        </p:blipFill>
        <p:spPr>
          <a:xfrm>
            <a:off x="5653363" y="3462059"/>
            <a:ext cx="1234226" cy="354417"/>
          </a:xfrm>
          <a:prstGeom prst="rect">
            <a:avLst/>
          </a:prstGeom>
          <a:noFill/>
          <a:ln>
            <a:noFill/>
          </a:ln>
        </p:spPr>
      </p:pic>
      <p:pic>
        <p:nvPicPr>
          <p:cNvPr id="1354" name="Google Shape;1354;p54"/>
          <p:cNvPicPr preferRelativeResize="0"/>
          <p:nvPr/>
        </p:nvPicPr>
        <p:blipFill rotWithShape="1">
          <a:blip r:embed="rId21">
            <a:alphaModFix/>
          </a:blip>
          <a:srcRect b="0" l="0" r="0" t="0"/>
          <a:stretch/>
        </p:blipFill>
        <p:spPr>
          <a:xfrm>
            <a:off x="7743943" y="3429474"/>
            <a:ext cx="426685" cy="332961"/>
          </a:xfrm>
          <a:prstGeom prst="rect">
            <a:avLst/>
          </a:prstGeom>
          <a:noFill/>
          <a:ln>
            <a:noFill/>
          </a:ln>
        </p:spPr>
      </p:pic>
      <p:pic>
        <p:nvPicPr>
          <p:cNvPr id="1355" name="Google Shape;1355;p54"/>
          <p:cNvPicPr preferRelativeResize="0"/>
          <p:nvPr/>
        </p:nvPicPr>
        <p:blipFill>
          <a:blip r:embed="rId22">
            <a:alphaModFix/>
          </a:blip>
          <a:stretch>
            <a:fillRect/>
          </a:stretch>
        </p:blipFill>
        <p:spPr>
          <a:xfrm>
            <a:off x="944941" y="4205832"/>
            <a:ext cx="871142" cy="203323"/>
          </a:xfrm>
          <a:prstGeom prst="rect">
            <a:avLst/>
          </a:prstGeom>
          <a:noFill/>
          <a:ln>
            <a:noFill/>
          </a:ln>
        </p:spPr>
      </p:pic>
      <p:pic>
        <p:nvPicPr>
          <p:cNvPr id="1356" name="Google Shape;1356;p54"/>
          <p:cNvPicPr preferRelativeResize="0"/>
          <p:nvPr/>
        </p:nvPicPr>
        <p:blipFill>
          <a:blip r:embed="rId23">
            <a:alphaModFix/>
          </a:blip>
          <a:stretch>
            <a:fillRect/>
          </a:stretch>
        </p:blipFill>
        <p:spPr>
          <a:xfrm>
            <a:off x="2768251" y="4102703"/>
            <a:ext cx="461664" cy="360872"/>
          </a:xfrm>
          <a:prstGeom prst="rect">
            <a:avLst/>
          </a:prstGeom>
          <a:noFill/>
          <a:ln>
            <a:noFill/>
          </a:ln>
        </p:spPr>
      </p:pic>
      <p:pic>
        <p:nvPicPr>
          <p:cNvPr id="1357" name="Google Shape;1357;p54"/>
          <p:cNvPicPr preferRelativeResize="0"/>
          <p:nvPr/>
        </p:nvPicPr>
        <p:blipFill>
          <a:blip r:embed="rId24">
            <a:alphaModFix/>
          </a:blip>
          <a:stretch>
            <a:fillRect/>
          </a:stretch>
        </p:blipFill>
        <p:spPr>
          <a:xfrm>
            <a:off x="4261031" y="4203982"/>
            <a:ext cx="762460" cy="203324"/>
          </a:xfrm>
          <a:prstGeom prst="rect">
            <a:avLst/>
          </a:prstGeom>
          <a:noFill/>
          <a:ln>
            <a:noFill/>
          </a:ln>
        </p:spPr>
      </p:pic>
      <p:pic>
        <p:nvPicPr>
          <p:cNvPr id="1358" name="Google Shape;1358;p54"/>
          <p:cNvPicPr preferRelativeResize="0"/>
          <p:nvPr/>
        </p:nvPicPr>
        <p:blipFill rotWithShape="1">
          <a:blip r:embed="rId25">
            <a:alphaModFix/>
          </a:blip>
          <a:srcRect b="38324" l="0" r="0" t="38183"/>
          <a:stretch/>
        </p:blipFill>
        <p:spPr>
          <a:xfrm>
            <a:off x="5777027" y="4183188"/>
            <a:ext cx="986900" cy="185388"/>
          </a:xfrm>
          <a:prstGeom prst="rect">
            <a:avLst/>
          </a:prstGeom>
          <a:noFill/>
          <a:ln>
            <a:noFill/>
          </a:ln>
        </p:spPr>
      </p:pic>
      <p:pic>
        <p:nvPicPr>
          <p:cNvPr id="1359" name="Google Shape;1359;p54"/>
          <p:cNvPicPr preferRelativeResize="0"/>
          <p:nvPr/>
        </p:nvPicPr>
        <p:blipFill>
          <a:blip r:embed="rId26">
            <a:alphaModFix/>
          </a:blip>
          <a:stretch>
            <a:fillRect/>
          </a:stretch>
        </p:blipFill>
        <p:spPr>
          <a:xfrm>
            <a:off x="7463835" y="4176637"/>
            <a:ext cx="986900" cy="212993"/>
          </a:xfrm>
          <a:prstGeom prst="rect">
            <a:avLst/>
          </a:prstGeom>
          <a:noFill/>
          <a:ln>
            <a:noFill/>
          </a:ln>
        </p:spPr>
      </p:pic>
      <p:sp>
        <p:nvSpPr>
          <p:cNvPr id="1360" name="Google Shape;1360;p54"/>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61" name="Google Shape;1361;p54"/>
          <p:cNvPicPr preferRelativeResize="0"/>
          <p:nvPr/>
        </p:nvPicPr>
        <p:blipFill>
          <a:blip r:embed="rId27">
            <a:alphaModFix/>
          </a:blip>
          <a:stretch>
            <a:fillRect/>
          </a:stretch>
        </p:blipFill>
        <p:spPr>
          <a:xfrm>
            <a:off x="8933375" y="62875"/>
            <a:ext cx="143400" cy="129650"/>
          </a:xfrm>
          <a:prstGeom prst="rect">
            <a:avLst/>
          </a:prstGeom>
          <a:noFill/>
          <a:ln>
            <a:noFill/>
          </a:ln>
        </p:spPr>
      </p:pic>
      <p:sp>
        <p:nvSpPr>
          <p:cNvPr id="1362" name="Google Shape;1362;p54"/>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1363" name="Google Shape;1363;p54"/>
          <p:cNvSpPr txBox="1"/>
          <p:nvPr/>
        </p:nvSpPr>
        <p:spPr>
          <a:xfrm>
            <a:off x="492900" y="417425"/>
            <a:ext cx="2907600" cy="369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GB" sz="1200">
                <a:solidFill>
                  <a:srgbClr val="2095D3"/>
                </a:solidFill>
                <a:latin typeface="Lexend"/>
                <a:ea typeface="Lexend"/>
                <a:cs typeface="Lexend"/>
                <a:sym typeface="Lexend"/>
              </a:rPr>
              <a:t>OUR CUSTOMERS</a:t>
            </a:r>
            <a:endParaRPr sz="1200">
              <a:solidFill>
                <a:srgbClr val="2095D3"/>
              </a:solidFill>
              <a:latin typeface="Lexend"/>
              <a:ea typeface="Lexend"/>
              <a:cs typeface="Lexend"/>
              <a:sym typeface="Lexend"/>
            </a:endParaRPr>
          </a:p>
        </p:txBody>
      </p:sp>
      <p:sp>
        <p:nvSpPr>
          <p:cNvPr id="1364" name="Google Shape;1364;p54"/>
          <p:cNvSpPr txBox="1"/>
          <p:nvPr/>
        </p:nvSpPr>
        <p:spPr>
          <a:xfrm>
            <a:off x="569100" y="673350"/>
            <a:ext cx="43941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rgbClr val="0F618C"/>
                </a:solidFill>
                <a:latin typeface="Lexend"/>
                <a:ea typeface="Lexend"/>
                <a:cs typeface="Lexend"/>
                <a:sym typeface="Lexend"/>
              </a:rPr>
              <a:t>Health, Insurance and Legal</a:t>
            </a:r>
            <a:endParaRPr sz="3500">
              <a:solidFill>
                <a:srgbClr val="196B98"/>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ient Logos - Utilities, Energy, and Logistics">
  <p:cSld name="CUSTOM_22">
    <p:spTree>
      <p:nvGrpSpPr>
        <p:cNvPr id="1365" name="Shape 1365"/>
        <p:cNvGrpSpPr/>
        <p:nvPr/>
      </p:nvGrpSpPr>
      <p:grpSpPr>
        <a:xfrm>
          <a:off x="0" y="0"/>
          <a:ext cx="0" cy="0"/>
          <a:chOff x="0" y="0"/>
          <a:chExt cx="0" cy="0"/>
        </a:xfrm>
      </p:grpSpPr>
      <p:grpSp>
        <p:nvGrpSpPr>
          <p:cNvPr id="1366" name="Google Shape;1366;p55"/>
          <p:cNvGrpSpPr/>
          <p:nvPr/>
        </p:nvGrpSpPr>
        <p:grpSpPr>
          <a:xfrm>
            <a:off x="575900" y="1281775"/>
            <a:ext cx="8133541" cy="3302399"/>
            <a:chOff x="575900" y="1281775"/>
            <a:chExt cx="8133541" cy="3302399"/>
          </a:xfrm>
        </p:grpSpPr>
        <p:sp>
          <p:nvSpPr>
            <p:cNvPr id="1367" name="Google Shape;1367;p55"/>
            <p:cNvSpPr/>
            <p:nvPr/>
          </p:nvSpPr>
          <p:spPr>
            <a:xfrm>
              <a:off x="575900"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68" name="Google Shape;1368;p55"/>
            <p:cNvSpPr/>
            <p:nvPr/>
          </p:nvSpPr>
          <p:spPr>
            <a:xfrm>
              <a:off x="2224835"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69" name="Google Shape;1369;p55"/>
            <p:cNvSpPr/>
            <p:nvPr/>
          </p:nvSpPr>
          <p:spPr>
            <a:xfrm>
              <a:off x="3873771"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70" name="Google Shape;1370;p55"/>
            <p:cNvSpPr/>
            <p:nvPr/>
          </p:nvSpPr>
          <p:spPr>
            <a:xfrm>
              <a:off x="5522706"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71" name="Google Shape;1371;p55"/>
            <p:cNvSpPr/>
            <p:nvPr/>
          </p:nvSpPr>
          <p:spPr>
            <a:xfrm>
              <a:off x="7171641"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72" name="Google Shape;1372;p55"/>
            <p:cNvSpPr/>
            <p:nvPr/>
          </p:nvSpPr>
          <p:spPr>
            <a:xfrm>
              <a:off x="575900"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73" name="Google Shape;1373;p55"/>
            <p:cNvSpPr/>
            <p:nvPr/>
          </p:nvSpPr>
          <p:spPr>
            <a:xfrm>
              <a:off x="2224835"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74" name="Google Shape;1374;p55"/>
            <p:cNvSpPr/>
            <p:nvPr/>
          </p:nvSpPr>
          <p:spPr>
            <a:xfrm>
              <a:off x="3873771"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75" name="Google Shape;1375;p55"/>
            <p:cNvSpPr/>
            <p:nvPr/>
          </p:nvSpPr>
          <p:spPr>
            <a:xfrm>
              <a:off x="5522706"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76" name="Google Shape;1376;p55"/>
            <p:cNvSpPr/>
            <p:nvPr/>
          </p:nvSpPr>
          <p:spPr>
            <a:xfrm>
              <a:off x="7171641"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77" name="Google Shape;1377;p55"/>
            <p:cNvSpPr/>
            <p:nvPr/>
          </p:nvSpPr>
          <p:spPr>
            <a:xfrm>
              <a:off x="575900"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78" name="Google Shape;1378;p55"/>
            <p:cNvSpPr/>
            <p:nvPr/>
          </p:nvSpPr>
          <p:spPr>
            <a:xfrm>
              <a:off x="2224835"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79" name="Google Shape;1379;p55"/>
            <p:cNvSpPr/>
            <p:nvPr/>
          </p:nvSpPr>
          <p:spPr>
            <a:xfrm>
              <a:off x="3873771"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80" name="Google Shape;1380;p55"/>
            <p:cNvSpPr/>
            <p:nvPr/>
          </p:nvSpPr>
          <p:spPr>
            <a:xfrm>
              <a:off x="5522706"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81" name="Google Shape;1381;p55"/>
            <p:cNvSpPr/>
            <p:nvPr/>
          </p:nvSpPr>
          <p:spPr>
            <a:xfrm>
              <a:off x="7171641"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82" name="Google Shape;1382;p55"/>
            <p:cNvSpPr/>
            <p:nvPr/>
          </p:nvSpPr>
          <p:spPr>
            <a:xfrm>
              <a:off x="575900" y="38350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83" name="Google Shape;1383;p55"/>
            <p:cNvSpPr/>
            <p:nvPr/>
          </p:nvSpPr>
          <p:spPr>
            <a:xfrm>
              <a:off x="2224835" y="38350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84" name="Google Shape;1384;p55"/>
            <p:cNvSpPr/>
            <p:nvPr/>
          </p:nvSpPr>
          <p:spPr>
            <a:xfrm>
              <a:off x="3873771" y="38350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85" name="Google Shape;1385;p55"/>
            <p:cNvSpPr/>
            <p:nvPr/>
          </p:nvSpPr>
          <p:spPr>
            <a:xfrm>
              <a:off x="5522706" y="38350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386" name="Google Shape;1386;p55"/>
            <p:cNvSpPr/>
            <p:nvPr/>
          </p:nvSpPr>
          <p:spPr>
            <a:xfrm>
              <a:off x="7171641" y="38350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grpSp>
      <p:pic>
        <p:nvPicPr>
          <p:cNvPr id="1387" name="Google Shape;1387;p55"/>
          <p:cNvPicPr preferRelativeResize="0"/>
          <p:nvPr/>
        </p:nvPicPr>
        <p:blipFill>
          <a:blip r:embed="rId2">
            <a:alphaModFix/>
          </a:blip>
          <a:stretch>
            <a:fillRect/>
          </a:stretch>
        </p:blipFill>
        <p:spPr>
          <a:xfrm>
            <a:off x="1099896" y="1391287"/>
            <a:ext cx="494659" cy="494659"/>
          </a:xfrm>
          <a:prstGeom prst="rect">
            <a:avLst/>
          </a:prstGeom>
          <a:noFill/>
          <a:ln>
            <a:noFill/>
          </a:ln>
        </p:spPr>
      </p:pic>
      <p:pic>
        <p:nvPicPr>
          <p:cNvPr id="1388" name="Google Shape;1388;p55"/>
          <p:cNvPicPr preferRelativeResize="0"/>
          <p:nvPr/>
        </p:nvPicPr>
        <p:blipFill>
          <a:blip r:embed="rId3">
            <a:alphaModFix/>
          </a:blip>
          <a:stretch>
            <a:fillRect/>
          </a:stretch>
        </p:blipFill>
        <p:spPr>
          <a:xfrm>
            <a:off x="2511281" y="1543435"/>
            <a:ext cx="941294" cy="241568"/>
          </a:xfrm>
          <a:prstGeom prst="rect">
            <a:avLst/>
          </a:prstGeom>
          <a:noFill/>
          <a:ln>
            <a:noFill/>
          </a:ln>
        </p:spPr>
      </p:pic>
      <p:pic>
        <p:nvPicPr>
          <p:cNvPr id="1389" name="Google Shape;1389;p55"/>
          <p:cNvPicPr preferRelativeResize="0"/>
          <p:nvPr/>
        </p:nvPicPr>
        <p:blipFill>
          <a:blip r:embed="rId4">
            <a:alphaModFix/>
          </a:blip>
          <a:stretch>
            <a:fillRect/>
          </a:stretch>
        </p:blipFill>
        <p:spPr>
          <a:xfrm>
            <a:off x="4212547" y="1479792"/>
            <a:ext cx="860233" cy="317629"/>
          </a:xfrm>
          <a:prstGeom prst="rect">
            <a:avLst/>
          </a:prstGeom>
          <a:noFill/>
          <a:ln>
            <a:noFill/>
          </a:ln>
        </p:spPr>
      </p:pic>
      <p:pic>
        <p:nvPicPr>
          <p:cNvPr id="1390" name="Google Shape;1390;p55"/>
          <p:cNvPicPr preferRelativeResize="0"/>
          <p:nvPr/>
        </p:nvPicPr>
        <p:blipFill>
          <a:blip r:embed="rId5">
            <a:alphaModFix/>
          </a:blip>
          <a:stretch>
            <a:fillRect/>
          </a:stretch>
        </p:blipFill>
        <p:spPr>
          <a:xfrm>
            <a:off x="5829710" y="1479803"/>
            <a:ext cx="864330" cy="317629"/>
          </a:xfrm>
          <a:prstGeom prst="rect">
            <a:avLst/>
          </a:prstGeom>
          <a:noFill/>
          <a:ln>
            <a:noFill/>
          </a:ln>
        </p:spPr>
      </p:pic>
      <p:pic>
        <p:nvPicPr>
          <p:cNvPr id="1391" name="Google Shape;1391;p55"/>
          <p:cNvPicPr preferRelativeResize="0"/>
          <p:nvPr/>
        </p:nvPicPr>
        <p:blipFill>
          <a:blip r:embed="rId6">
            <a:alphaModFix/>
          </a:blip>
          <a:stretch>
            <a:fillRect/>
          </a:stretch>
        </p:blipFill>
        <p:spPr>
          <a:xfrm>
            <a:off x="7450963" y="1562413"/>
            <a:ext cx="983135" cy="152370"/>
          </a:xfrm>
          <a:prstGeom prst="rect">
            <a:avLst/>
          </a:prstGeom>
          <a:noFill/>
          <a:ln>
            <a:noFill/>
          </a:ln>
        </p:spPr>
      </p:pic>
      <p:pic>
        <p:nvPicPr>
          <p:cNvPr id="1392" name="Google Shape;1392;p55"/>
          <p:cNvPicPr preferRelativeResize="0"/>
          <p:nvPr/>
        </p:nvPicPr>
        <p:blipFill>
          <a:blip r:embed="rId7">
            <a:alphaModFix/>
          </a:blip>
          <a:stretch>
            <a:fillRect/>
          </a:stretch>
        </p:blipFill>
        <p:spPr>
          <a:xfrm>
            <a:off x="876580" y="2411470"/>
            <a:ext cx="941292" cy="225903"/>
          </a:xfrm>
          <a:prstGeom prst="rect">
            <a:avLst/>
          </a:prstGeom>
          <a:noFill/>
          <a:ln>
            <a:noFill/>
          </a:ln>
        </p:spPr>
      </p:pic>
      <p:pic>
        <p:nvPicPr>
          <p:cNvPr id="1393" name="Google Shape;1393;p55"/>
          <p:cNvPicPr preferRelativeResize="0"/>
          <p:nvPr/>
        </p:nvPicPr>
        <p:blipFill>
          <a:blip r:embed="rId8">
            <a:alphaModFix/>
          </a:blip>
          <a:stretch>
            <a:fillRect/>
          </a:stretch>
        </p:blipFill>
        <p:spPr>
          <a:xfrm>
            <a:off x="2734597" y="2223987"/>
            <a:ext cx="494661" cy="481882"/>
          </a:xfrm>
          <a:prstGeom prst="rect">
            <a:avLst/>
          </a:prstGeom>
          <a:noFill/>
          <a:ln>
            <a:noFill/>
          </a:ln>
        </p:spPr>
      </p:pic>
      <p:pic>
        <p:nvPicPr>
          <p:cNvPr id="1394" name="Google Shape;1394;p55"/>
          <p:cNvPicPr preferRelativeResize="0"/>
          <p:nvPr/>
        </p:nvPicPr>
        <p:blipFill>
          <a:blip r:embed="rId9">
            <a:alphaModFix/>
          </a:blip>
          <a:stretch>
            <a:fillRect/>
          </a:stretch>
        </p:blipFill>
        <p:spPr>
          <a:xfrm>
            <a:off x="4164741" y="2403636"/>
            <a:ext cx="955846" cy="241568"/>
          </a:xfrm>
          <a:prstGeom prst="rect">
            <a:avLst/>
          </a:prstGeom>
          <a:noFill/>
          <a:ln>
            <a:noFill/>
          </a:ln>
        </p:spPr>
      </p:pic>
      <p:pic>
        <p:nvPicPr>
          <p:cNvPr id="1395" name="Google Shape;1395;p55"/>
          <p:cNvPicPr preferRelativeResize="0"/>
          <p:nvPr/>
        </p:nvPicPr>
        <p:blipFill>
          <a:blip r:embed="rId10">
            <a:alphaModFix/>
          </a:blip>
          <a:stretch>
            <a:fillRect/>
          </a:stretch>
        </p:blipFill>
        <p:spPr>
          <a:xfrm>
            <a:off x="5858449" y="2237238"/>
            <a:ext cx="819666" cy="455371"/>
          </a:xfrm>
          <a:prstGeom prst="rect">
            <a:avLst/>
          </a:prstGeom>
          <a:noFill/>
          <a:ln>
            <a:noFill/>
          </a:ln>
        </p:spPr>
      </p:pic>
      <p:pic>
        <p:nvPicPr>
          <p:cNvPr id="1396" name="Google Shape;1396;p55"/>
          <p:cNvPicPr preferRelativeResize="0"/>
          <p:nvPr/>
        </p:nvPicPr>
        <p:blipFill>
          <a:blip r:embed="rId11">
            <a:alphaModFix/>
          </a:blip>
          <a:stretch>
            <a:fillRect/>
          </a:stretch>
        </p:blipFill>
        <p:spPr>
          <a:xfrm>
            <a:off x="7450970" y="2356253"/>
            <a:ext cx="941292" cy="336347"/>
          </a:xfrm>
          <a:prstGeom prst="rect">
            <a:avLst/>
          </a:prstGeom>
          <a:noFill/>
          <a:ln>
            <a:noFill/>
          </a:ln>
        </p:spPr>
      </p:pic>
      <p:pic>
        <p:nvPicPr>
          <p:cNvPr id="1397" name="Google Shape;1397;p55"/>
          <p:cNvPicPr preferRelativeResize="0"/>
          <p:nvPr/>
        </p:nvPicPr>
        <p:blipFill>
          <a:blip r:embed="rId12">
            <a:alphaModFix/>
          </a:blip>
          <a:stretch>
            <a:fillRect/>
          </a:stretch>
        </p:blipFill>
        <p:spPr>
          <a:xfrm>
            <a:off x="908621" y="3229144"/>
            <a:ext cx="877210" cy="241568"/>
          </a:xfrm>
          <a:prstGeom prst="rect">
            <a:avLst/>
          </a:prstGeom>
          <a:noFill/>
          <a:ln>
            <a:noFill/>
          </a:ln>
        </p:spPr>
      </p:pic>
      <p:pic>
        <p:nvPicPr>
          <p:cNvPr id="1398" name="Google Shape;1398;p55"/>
          <p:cNvPicPr preferRelativeResize="0"/>
          <p:nvPr/>
        </p:nvPicPr>
        <p:blipFill>
          <a:blip r:embed="rId13">
            <a:alphaModFix/>
          </a:blip>
          <a:stretch>
            <a:fillRect/>
          </a:stretch>
        </p:blipFill>
        <p:spPr>
          <a:xfrm>
            <a:off x="2754244" y="3131037"/>
            <a:ext cx="455368" cy="455368"/>
          </a:xfrm>
          <a:prstGeom prst="rect">
            <a:avLst/>
          </a:prstGeom>
          <a:noFill/>
          <a:ln>
            <a:noFill/>
          </a:ln>
        </p:spPr>
      </p:pic>
      <p:pic>
        <p:nvPicPr>
          <p:cNvPr id="1399" name="Google Shape;1399;p55"/>
          <p:cNvPicPr preferRelativeResize="0"/>
          <p:nvPr/>
        </p:nvPicPr>
        <p:blipFill>
          <a:blip r:embed="rId14">
            <a:alphaModFix/>
          </a:blip>
          <a:stretch>
            <a:fillRect/>
          </a:stretch>
        </p:blipFill>
        <p:spPr>
          <a:xfrm>
            <a:off x="4456900" y="3111990"/>
            <a:ext cx="371527" cy="481879"/>
          </a:xfrm>
          <a:prstGeom prst="rect">
            <a:avLst/>
          </a:prstGeom>
          <a:noFill/>
          <a:ln>
            <a:noFill/>
          </a:ln>
        </p:spPr>
      </p:pic>
      <p:pic>
        <p:nvPicPr>
          <p:cNvPr id="1400" name="Google Shape;1400;p55"/>
          <p:cNvPicPr preferRelativeResize="0"/>
          <p:nvPr/>
        </p:nvPicPr>
        <p:blipFill>
          <a:blip r:embed="rId15">
            <a:alphaModFix/>
          </a:blip>
          <a:stretch>
            <a:fillRect/>
          </a:stretch>
        </p:blipFill>
        <p:spPr>
          <a:xfrm>
            <a:off x="5797637" y="3245923"/>
            <a:ext cx="941293" cy="225582"/>
          </a:xfrm>
          <a:prstGeom prst="rect">
            <a:avLst/>
          </a:prstGeom>
          <a:noFill/>
          <a:ln>
            <a:noFill/>
          </a:ln>
        </p:spPr>
      </p:pic>
      <p:pic>
        <p:nvPicPr>
          <p:cNvPr id="1401" name="Google Shape;1401;p55"/>
          <p:cNvPicPr preferRelativeResize="0"/>
          <p:nvPr/>
        </p:nvPicPr>
        <p:blipFill>
          <a:blip r:embed="rId16">
            <a:alphaModFix/>
          </a:blip>
          <a:stretch>
            <a:fillRect/>
          </a:stretch>
        </p:blipFill>
        <p:spPr>
          <a:xfrm>
            <a:off x="7499488" y="3103201"/>
            <a:ext cx="877195" cy="493447"/>
          </a:xfrm>
          <a:prstGeom prst="rect">
            <a:avLst/>
          </a:prstGeom>
          <a:noFill/>
          <a:ln>
            <a:noFill/>
          </a:ln>
        </p:spPr>
      </p:pic>
      <p:pic>
        <p:nvPicPr>
          <p:cNvPr id="1402" name="Google Shape;1402;p55"/>
          <p:cNvPicPr preferRelativeResize="0"/>
          <p:nvPr/>
        </p:nvPicPr>
        <p:blipFill rotWithShape="1">
          <a:blip r:embed="rId17">
            <a:alphaModFix/>
          </a:blip>
          <a:srcRect b="0" l="0" r="6393" t="16472"/>
          <a:stretch/>
        </p:blipFill>
        <p:spPr>
          <a:xfrm>
            <a:off x="835175" y="4020575"/>
            <a:ext cx="1024077" cy="265300"/>
          </a:xfrm>
          <a:prstGeom prst="rect">
            <a:avLst/>
          </a:prstGeom>
          <a:noFill/>
          <a:ln>
            <a:noFill/>
          </a:ln>
        </p:spPr>
      </p:pic>
      <p:pic>
        <p:nvPicPr>
          <p:cNvPr id="1403" name="Google Shape;1403;p55"/>
          <p:cNvPicPr preferRelativeResize="0"/>
          <p:nvPr/>
        </p:nvPicPr>
        <p:blipFill>
          <a:blip r:embed="rId18">
            <a:alphaModFix/>
          </a:blip>
          <a:stretch>
            <a:fillRect/>
          </a:stretch>
        </p:blipFill>
        <p:spPr>
          <a:xfrm>
            <a:off x="2508623" y="4092666"/>
            <a:ext cx="946609" cy="265309"/>
          </a:xfrm>
          <a:prstGeom prst="rect">
            <a:avLst/>
          </a:prstGeom>
          <a:noFill/>
          <a:ln>
            <a:noFill/>
          </a:ln>
        </p:spPr>
      </p:pic>
      <p:pic>
        <p:nvPicPr>
          <p:cNvPr id="1404" name="Google Shape;1404;p55"/>
          <p:cNvPicPr preferRelativeResize="0"/>
          <p:nvPr/>
        </p:nvPicPr>
        <p:blipFill rotWithShape="1">
          <a:blip r:embed="rId19">
            <a:alphaModFix/>
          </a:blip>
          <a:srcRect b="36687" l="0" r="0" t="36450"/>
          <a:stretch/>
        </p:blipFill>
        <p:spPr>
          <a:xfrm>
            <a:off x="4007230" y="4122870"/>
            <a:ext cx="1270868" cy="204900"/>
          </a:xfrm>
          <a:prstGeom prst="rect">
            <a:avLst/>
          </a:prstGeom>
          <a:noFill/>
          <a:ln>
            <a:noFill/>
          </a:ln>
        </p:spPr>
      </p:pic>
      <p:sp>
        <p:nvSpPr>
          <p:cNvPr id="1405" name="Google Shape;1405;p55"/>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06" name="Google Shape;1406;p55"/>
          <p:cNvPicPr preferRelativeResize="0"/>
          <p:nvPr/>
        </p:nvPicPr>
        <p:blipFill>
          <a:blip r:embed="rId20">
            <a:alphaModFix/>
          </a:blip>
          <a:stretch>
            <a:fillRect/>
          </a:stretch>
        </p:blipFill>
        <p:spPr>
          <a:xfrm>
            <a:off x="8933375" y="62875"/>
            <a:ext cx="143400" cy="129650"/>
          </a:xfrm>
          <a:prstGeom prst="rect">
            <a:avLst/>
          </a:prstGeom>
          <a:noFill/>
          <a:ln>
            <a:noFill/>
          </a:ln>
        </p:spPr>
      </p:pic>
      <p:sp>
        <p:nvSpPr>
          <p:cNvPr id="1407" name="Google Shape;1407;p55"/>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1408" name="Google Shape;1408;p55"/>
          <p:cNvSpPr txBox="1"/>
          <p:nvPr/>
        </p:nvSpPr>
        <p:spPr>
          <a:xfrm>
            <a:off x="492900" y="417425"/>
            <a:ext cx="2907600" cy="369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GB" sz="1200">
                <a:solidFill>
                  <a:srgbClr val="2095D3"/>
                </a:solidFill>
                <a:latin typeface="Lexend"/>
                <a:ea typeface="Lexend"/>
                <a:cs typeface="Lexend"/>
                <a:sym typeface="Lexend"/>
              </a:rPr>
              <a:t>OUR CUSTOMERS</a:t>
            </a:r>
            <a:endParaRPr sz="1200">
              <a:solidFill>
                <a:srgbClr val="2095D3"/>
              </a:solidFill>
              <a:latin typeface="Lexend"/>
              <a:ea typeface="Lexend"/>
              <a:cs typeface="Lexend"/>
              <a:sym typeface="Lexend"/>
            </a:endParaRPr>
          </a:p>
        </p:txBody>
      </p:sp>
      <p:sp>
        <p:nvSpPr>
          <p:cNvPr id="1409" name="Google Shape;1409;p55"/>
          <p:cNvSpPr txBox="1"/>
          <p:nvPr/>
        </p:nvSpPr>
        <p:spPr>
          <a:xfrm>
            <a:off x="569100" y="673350"/>
            <a:ext cx="43941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rgbClr val="0F618C"/>
                </a:solidFill>
                <a:latin typeface="Lexend"/>
                <a:ea typeface="Lexend"/>
                <a:cs typeface="Lexend"/>
                <a:sym typeface="Lexend"/>
              </a:rPr>
              <a:t>Utilities, Energy and Logistics</a:t>
            </a:r>
            <a:endParaRPr sz="3500">
              <a:solidFill>
                <a:srgbClr val="196B98"/>
              </a:solidFill>
              <a:latin typeface="Lexend"/>
              <a:ea typeface="Lexend"/>
              <a:cs typeface="Lexend"/>
              <a:sym typeface="Lexen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ient Logos - Consulting / HR">
  <p:cSld name="CUSTOM_23">
    <p:spTree>
      <p:nvGrpSpPr>
        <p:cNvPr id="1410" name="Shape 1410"/>
        <p:cNvGrpSpPr/>
        <p:nvPr/>
      </p:nvGrpSpPr>
      <p:grpSpPr>
        <a:xfrm>
          <a:off x="0" y="0"/>
          <a:ext cx="0" cy="0"/>
          <a:chOff x="0" y="0"/>
          <a:chExt cx="0" cy="0"/>
        </a:xfrm>
      </p:grpSpPr>
      <p:grpSp>
        <p:nvGrpSpPr>
          <p:cNvPr id="1411" name="Google Shape;1411;p56"/>
          <p:cNvGrpSpPr/>
          <p:nvPr/>
        </p:nvGrpSpPr>
        <p:grpSpPr>
          <a:xfrm>
            <a:off x="-1" y="31"/>
            <a:ext cx="704286" cy="5143552"/>
            <a:chOff x="360000" y="360000"/>
            <a:chExt cx="446146" cy="3258300"/>
          </a:xfrm>
        </p:grpSpPr>
        <p:sp>
          <p:nvSpPr>
            <p:cNvPr id="1412" name="Google Shape;1412;p56"/>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3" name="Google Shape;1413;p56"/>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4" name="Google Shape;1414;p56"/>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415" name="Google Shape;1415;p56"/>
          <p:cNvGrpSpPr/>
          <p:nvPr/>
        </p:nvGrpSpPr>
        <p:grpSpPr>
          <a:xfrm>
            <a:off x="575899" y="1593259"/>
            <a:ext cx="8133541" cy="2990983"/>
            <a:chOff x="575900" y="1281775"/>
            <a:chExt cx="8133541" cy="3302399"/>
          </a:xfrm>
        </p:grpSpPr>
        <p:sp>
          <p:nvSpPr>
            <p:cNvPr id="1416" name="Google Shape;1416;p56"/>
            <p:cNvSpPr/>
            <p:nvPr/>
          </p:nvSpPr>
          <p:spPr>
            <a:xfrm>
              <a:off x="575900"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17" name="Google Shape;1417;p56"/>
            <p:cNvSpPr/>
            <p:nvPr/>
          </p:nvSpPr>
          <p:spPr>
            <a:xfrm>
              <a:off x="2224835"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18" name="Google Shape;1418;p56"/>
            <p:cNvSpPr/>
            <p:nvPr/>
          </p:nvSpPr>
          <p:spPr>
            <a:xfrm>
              <a:off x="3873771"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19" name="Google Shape;1419;p56"/>
            <p:cNvSpPr/>
            <p:nvPr/>
          </p:nvSpPr>
          <p:spPr>
            <a:xfrm>
              <a:off x="5522706"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20" name="Google Shape;1420;p56"/>
            <p:cNvSpPr/>
            <p:nvPr/>
          </p:nvSpPr>
          <p:spPr>
            <a:xfrm>
              <a:off x="7171641"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21" name="Google Shape;1421;p56"/>
            <p:cNvSpPr/>
            <p:nvPr/>
          </p:nvSpPr>
          <p:spPr>
            <a:xfrm>
              <a:off x="575900"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22" name="Google Shape;1422;p56"/>
            <p:cNvSpPr/>
            <p:nvPr/>
          </p:nvSpPr>
          <p:spPr>
            <a:xfrm>
              <a:off x="2224835"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23" name="Google Shape;1423;p56"/>
            <p:cNvSpPr/>
            <p:nvPr/>
          </p:nvSpPr>
          <p:spPr>
            <a:xfrm>
              <a:off x="3873771"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24" name="Google Shape;1424;p56"/>
            <p:cNvSpPr/>
            <p:nvPr/>
          </p:nvSpPr>
          <p:spPr>
            <a:xfrm>
              <a:off x="5522706"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25" name="Google Shape;1425;p56"/>
            <p:cNvSpPr/>
            <p:nvPr/>
          </p:nvSpPr>
          <p:spPr>
            <a:xfrm>
              <a:off x="7171641"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26" name="Google Shape;1426;p56"/>
            <p:cNvSpPr/>
            <p:nvPr/>
          </p:nvSpPr>
          <p:spPr>
            <a:xfrm>
              <a:off x="575900"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27" name="Google Shape;1427;p56"/>
            <p:cNvSpPr/>
            <p:nvPr/>
          </p:nvSpPr>
          <p:spPr>
            <a:xfrm>
              <a:off x="2224835"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28" name="Google Shape;1428;p56"/>
            <p:cNvSpPr/>
            <p:nvPr/>
          </p:nvSpPr>
          <p:spPr>
            <a:xfrm>
              <a:off x="3873771"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29" name="Google Shape;1429;p56"/>
            <p:cNvSpPr/>
            <p:nvPr/>
          </p:nvSpPr>
          <p:spPr>
            <a:xfrm>
              <a:off x="5522706"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30" name="Google Shape;1430;p56"/>
            <p:cNvSpPr/>
            <p:nvPr/>
          </p:nvSpPr>
          <p:spPr>
            <a:xfrm>
              <a:off x="7171641"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31" name="Google Shape;1431;p56"/>
            <p:cNvSpPr/>
            <p:nvPr/>
          </p:nvSpPr>
          <p:spPr>
            <a:xfrm>
              <a:off x="575900" y="38350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32" name="Google Shape;1432;p56"/>
            <p:cNvSpPr/>
            <p:nvPr/>
          </p:nvSpPr>
          <p:spPr>
            <a:xfrm>
              <a:off x="2224835" y="38350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33" name="Google Shape;1433;p56"/>
            <p:cNvSpPr/>
            <p:nvPr/>
          </p:nvSpPr>
          <p:spPr>
            <a:xfrm>
              <a:off x="3873771" y="38350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34" name="Google Shape;1434;p56"/>
            <p:cNvSpPr/>
            <p:nvPr/>
          </p:nvSpPr>
          <p:spPr>
            <a:xfrm>
              <a:off x="5522706" y="38350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35" name="Google Shape;1435;p56"/>
            <p:cNvSpPr/>
            <p:nvPr/>
          </p:nvSpPr>
          <p:spPr>
            <a:xfrm>
              <a:off x="7171641" y="38350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grpSp>
      <p:pic>
        <p:nvPicPr>
          <p:cNvPr id="1436" name="Google Shape;1436;p56"/>
          <p:cNvPicPr preferRelativeResize="0"/>
          <p:nvPr/>
        </p:nvPicPr>
        <p:blipFill>
          <a:blip r:embed="rId2">
            <a:alphaModFix/>
          </a:blip>
          <a:stretch>
            <a:fillRect/>
          </a:stretch>
        </p:blipFill>
        <p:spPr>
          <a:xfrm>
            <a:off x="993408" y="1794966"/>
            <a:ext cx="686536" cy="289624"/>
          </a:xfrm>
          <a:prstGeom prst="rect">
            <a:avLst/>
          </a:prstGeom>
          <a:noFill/>
          <a:ln>
            <a:noFill/>
          </a:ln>
        </p:spPr>
      </p:pic>
      <p:pic>
        <p:nvPicPr>
          <p:cNvPr id="1437" name="Google Shape;1437;p56"/>
          <p:cNvPicPr preferRelativeResize="0"/>
          <p:nvPr/>
        </p:nvPicPr>
        <p:blipFill>
          <a:blip r:embed="rId3">
            <a:alphaModFix/>
          </a:blip>
          <a:stretch>
            <a:fillRect/>
          </a:stretch>
        </p:blipFill>
        <p:spPr>
          <a:xfrm>
            <a:off x="2578038" y="1810576"/>
            <a:ext cx="792228" cy="258402"/>
          </a:xfrm>
          <a:prstGeom prst="rect">
            <a:avLst/>
          </a:prstGeom>
          <a:noFill/>
          <a:ln>
            <a:noFill/>
          </a:ln>
        </p:spPr>
      </p:pic>
      <p:pic>
        <p:nvPicPr>
          <p:cNvPr id="1438" name="Google Shape;1438;p56"/>
          <p:cNvPicPr preferRelativeResize="0"/>
          <p:nvPr/>
        </p:nvPicPr>
        <p:blipFill>
          <a:blip r:embed="rId4">
            <a:alphaModFix/>
          </a:blip>
          <a:stretch>
            <a:fillRect/>
          </a:stretch>
        </p:blipFill>
        <p:spPr>
          <a:xfrm>
            <a:off x="4164796" y="1670963"/>
            <a:ext cx="955776" cy="537630"/>
          </a:xfrm>
          <a:prstGeom prst="rect">
            <a:avLst/>
          </a:prstGeom>
          <a:noFill/>
          <a:ln>
            <a:noFill/>
          </a:ln>
        </p:spPr>
      </p:pic>
      <p:pic>
        <p:nvPicPr>
          <p:cNvPr id="1439" name="Google Shape;1439;p56"/>
          <p:cNvPicPr preferRelativeResize="0"/>
          <p:nvPr/>
        </p:nvPicPr>
        <p:blipFill rotWithShape="1">
          <a:blip r:embed="rId5">
            <a:alphaModFix/>
          </a:blip>
          <a:srcRect b="28807" l="0" r="0" t="28249"/>
          <a:stretch/>
        </p:blipFill>
        <p:spPr>
          <a:xfrm>
            <a:off x="5847722" y="1769690"/>
            <a:ext cx="864000" cy="340200"/>
          </a:xfrm>
          <a:prstGeom prst="rect">
            <a:avLst/>
          </a:prstGeom>
          <a:noFill/>
          <a:ln>
            <a:noFill/>
          </a:ln>
        </p:spPr>
      </p:pic>
      <p:pic>
        <p:nvPicPr>
          <p:cNvPr id="1440" name="Google Shape;1440;p56"/>
          <p:cNvPicPr preferRelativeResize="0"/>
          <p:nvPr/>
        </p:nvPicPr>
        <p:blipFill>
          <a:blip r:embed="rId6">
            <a:alphaModFix/>
          </a:blip>
          <a:stretch>
            <a:fillRect/>
          </a:stretch>
        </p:blipFill>
        <p:spPr>
          <a:xfrm>
            <a:off x="7463287" y="1748057"/>
            <a:ext cx="987504" cy="383440"/>
          </a:xfrm>
          <a:prstGeom prst="rect">
            <a:avLst/>
          </a:prstGeom>
          <a:noFill/>
          <a:ln>
            <a:noFill/>
          </a:ln>
        </p:spPr>
      </p:pic>
      <p:pic>
        <p:nvPicPr>
          <p:cNvPr id="1441" name="Google Shape;1441;p56"/>
          <p:cNvPicPr preferRelativeResize="0"/>
          <p:nvPr/>
        </p:nvPicPr>
        <p:blipFill>
          <a:blip r:embed="rId7">
            <a:alphaModFix/>
          </a:blip>
          <a:stretch>
            <a:fillRect/>
          </a:stretch>
        </p:blipFill>
        <p:spPr>
          <a:xfrm>
            <a:off x="904676" y="2496066"/>
            <a:ext cx="864000" cy="412167"/>
          </a:xfrm>
          <a:prstGeom prst="rect">
            <a:avLst/>
          </a:prstGeom>
          <a:noFill/>
          <a:ln>
            <a:noFill/>
          </a:ln>
        </p:spPr>
      </p:pic>
      <p:pic>
        <p:nvPicPr>
          <p:cNvPr id="1442" name="Google Shape;1442;p56"/>
          <p:cNvPicPr preferRelativeResize="0"/>
          <p:nvPr/>
        </p:nvPicPr>
        <p:blipFill rotWithShape="1">
          <a:blip r:embed="rId8">
            <a:alphaModFix/>
          </a:blip>
          <a:srcRect b="29878" l="0" r="0" t="30126"/>
          <a:stretch/>
        </p:blipFill>
        <p:spPr>
          <a:xfrm>
            <a:off x="2523776" y="2529375"/>
            <a:ext cx="900750" cy="345550"/>
          </a:xfrm>
          <a:prstGeom prst="rect">
            <a:avLst/>
          </a:prstGeom>
          <a:noFill/>
          <a:ln>
            <a:noFill/>
          </a:ln>
        </p:spPr>
      </p:pic>
      <p:pic>
        <p:nvPicPr>
          <p:cNvPr id="1443" name="Google Shape;1443;p56"/>
          <p:cNvPicPr preferRelativeResize="0"/>
          <p:nvPr/>
        </p:nvPicPr>
        <p:blipFill>
          <a:blip r:embed="rId9">
            <a:alphaModFix/>
          </a:blip>
          <a:stretch>
            <a:fillRect/>
          </a:stretch>
        </p:blipFill>
        <p:spPr>
          <a:xfrm>
            <a:off x="4148924" y="2625001"/>
            <a:ext cx="987521" cy="154297"/>
          </a:xfrm>
          <a:prstGeom prst="rect">
            <a:avLst/>
          </a:prstGeom>
          <a:noFill/>
          <a:ln>
            <a:noFill/>
          </a:ln>
        </p:spPr>
      </p:pic>
      <p:pic>
        <p:nvPicPr>
          <p:cNvPr id="1444" name="Google Shape;1444;p56"/>
          <p:cNvPicPr preferRelativeResize="0"/>
          <p:nvPr/>
        </p:nvPicPr>
        <p:blipFill>
          <a:blip r:embed="rId10">
            <a:alphaModFix/>
          </a:blip>
          <a:stretch>
            <a:fillRect/>
          </a:stretch>
        </p:blipFill>
        <p:spPr>
          <a:xfrm>
            <a:off x="5902919" y="2500948"/>
            <a:ext cx="792233" cy="402403"/>
          </a:xfrm>
          <a:prstGeom prst="rect">
            <a:avLst/>
          </a:prstGeom>
          <a:noFill/>
          <a:ln>
            <a:noFill/>
          </a:ln>
        </p:spPr>
      </p:pic>
      <p:pic>
        <p:nvPicPr>
          <p:cNvPr id="1445" name="Google Shape;1445;p56"/>
          <p:cNvPicPr preferRelativeResize="0"/>
          <p:nvPr/>
        </p:nvPicPr>
        <p:blipFill rotWithShape="1">
          <a:blip r:embed="rId11">
            <a:alphaModFix/>
          </a:blip>
          <a:srcRect b="37425" l="13417" r="14177" t="37143"/>
          <a:stretch/>
        </p:blipFill>
        <p:spPr>
          <a:xfrm>
            <a:off x="7461653" y="2597720"/>
            <a:ext cx="990771" cy="208860"/>
          </a:xfrm>
          <a:prstGeom prst="rect">
            <a:avLst/>
          </a:prstGeom>
          <a:noFill/>
          <a:ln>
            <a:noFill/>
          </a:ln>
        </p:spPr>
      </p:pic>
      <p:pic>
        <p:nvPicPr>
          <p:cNvPr id="1446" name="Google Shape;1446;p56"/>
          <p:cNvPicPr preferRelativeResize="0"/>
          <p:nvPr/>
        </p:nvPicPr>
        <p:blipFill>
          <a:blip r:embed="rId12">
            <a:alphaModFix/>
          </a:blip>
          <a:stretch>
            <a:fillRect/>
          </a:stretch>
        </p:blipFill>
        <p:spPr>
          <a:xfrm>
            <a:off x="802662" y="3170322"/>
            <a:ext cx="1068026" cy="621157"/>
          </a:xfrm>
          <a:prstGeom prst="rect">
            <a:avLst/>
          </a:prstGeom>
          <a:noFill/>
          <a:ln>
            <a:noFill/>
          </a:ln>
        </p:spPr>
      </p:pic>
      <p:pic>
        <p:nvPicPr>
          <p:cNvPr id="1447" name="Google Shape;1447;p56"/>
          <p:cNvPicPr preferRelativeResize="0"/>
          <p:nvPr/>
        </p:nvPicPr>
        <p:blipFill>
          <a:blip r:embed="rId13">
            <a:alphaModFix/>
          </a:blip>
          <a:stretch>
            <a:fillRect/>
          </a:stretch>
        </p:blipFill>
        <p:spPr>
          <a:xfrm>
            <a:off x="2456769" y="3259479"/>
            <a:ext cx="1034766" cy="442845"/>
          </a:xfrm>
          <a:prstGeom prst="rect">
            <a:avLst/>
          </a:prstGeom>
          <a:noFill/>
          <a:ln>
            <a:noFill/>
          </a:ln>
        </p:spPr>
      </p:pic>
      <p:pic>
        <p:nvPicPr>
          <p:cNvPr id="1448" name="Google Shape;1448;p56"/>
          <p:cNvPicPr preferRelativeResize="0"/>
          <p:nvPr/>
        </p:nvPicPr>
        <p:blipFill>
          <a:blip r:embed="rId14">
            <a:alphaModFix/>
          </a:blip>
          <a:stretch>
            <a:fillRect/>
          </a:stretch>
        </p:blipFill>
        <p:spPr>
          <a:xfrm>
            <a:off x="4141747" y="3351700"/>
            <a:ext cx="1001875" cy="258402"/>
          </a:xfrm>
          <a:prstGeom prst="rect">
            <a:avLst/>
          </a:prstGeom>
          <a:noFill/>
          <a:ln>
            <a:noFill/>
          </a:ln>
        </p:spPr>
      </p:pic>
      <p:pic>
        <p:nvPicPr>
          <p:cNvPr id="1449" name="Google Shape;1449;p56"/>
          <p:cNvPicPr preferRelativeResize="0"/>
          <p:nvPr/>
        </p:nvPicPr>
        <p:blipFill>
          <a:blip r:embed="rId15">
            <a:alphaModFix/>
          </a:blip>
          <a:stretch>
            <a:fillRect/>
          </a:stretch>
        </p:blipFill>
        <p:spPr>
          <a:xfrm>
            <a:off x="5908780" y="3253197"/>
            <a:ext cx="741886" cy="412159"/>
          </a:xfrm>
          <a:prstGeom prst="rect">
            <a:avLst/>
          </a:prstGeom>
          <a:noFill/>
          <a:ln>
            <a:noFill/>
          </a:ln>
        </p:spPr>
      </p:pic>
      <p:pic>
        <p:nvPicPr>
          <p:cNvPr id="1450" name="Google Shape;1450;p56"/>
          <p:cNvPicPr preferRelativeResize="0"/>
          <p:nvPr/>
        </p:nvPicPr>
        <p:blipFill rotWithShape="1">
          <a:blip r:embed="rId16">
            <a:alphaModFix/>
          </a:blip>
          <a:srcRect b="23680" l="0" r="0" t="24437"/>
          <a:stretch/>
        </p:blipFill>
        <p:spPr>
          <a:xfrm>
            <a:off x="7423025" y="3351702"/>
            <a:ext cx="1068027" cy="258399"/>
          </a:xfrm>
          <a:prstGeom prst="rect">
            <a:avLst/>
          </a:prstGeom>
          <a:noFill/>
          <a:ln>
            <a:noFill/>
          </a:ln>
        </p:spPr>
      </p:pic>
      <p:pic>
        <p:nvPicPr>
          <p:cNvPr id="1451" name="Google Shape;1451;p56"/>
          <p:cNvPicPr preferRelativeResize="0"/>
          <p:nvPr/>
        </p:nvPicPr>
        <p:blipFill>
          <a:blip r:embed="rId17">
            <a:alphaModFix/>
          </a:blip>
          <a:stretch>
            <a:fillRect/>
          </a:stretch>
        </p:blipFill>
        <p:spPr>
          <a:xfrm>
            <a:off x="835741" y="4002381"/>
            <a:ext cx="1001869" cy="500944"/>
          </a:xfrm>
          <a:prstGeom prst="rect">
            <a:avLst/>
          </a:prstGeom>
          <a:noFill/>
          <a:ln>
            <a:noFill/>
          </a:ln>
        </p:spPr>
      </p:pic>
      <p:pic>
        <p:nvPicPr>
          <p:cNvPr id="1452" name="Google Shape;1452;p56"/>
          <p:cNvPicPr preferRelativeResize="0"/>
          <p:nvPr/>
        </p:nvPicPr>
        <p:blipFill rotWithShape="1">
          <a:blip r:embed="rId18">
            <a:alphaModFix/>
          </a:blip>
          <a:srcRect b="26471" l="18345" r="19931" t="27913"/>
          <a:stretch/>
        </p:blipFill>
        <p:spPr>
          <a:xfrm>
            <a:off x="2478763" y="4094453"/>
            <a:ext cx="990776" cy="316799"/>
          </a:xfrm>
          <a:prstGeom prst="rect">
            <a:avLst/>
          </a:prstGeom>
          <a:noFill/>
          <a:ln>
            <a:noFill/>
          </a:ln>
        </p:spPr>
      </p:pic>
      <p:pic>
        <p:nvPicPr>
          <p:cNvPr id="1453" name="Google Shape;1453;p56"/>
          <p:cNvPicPr preferRelativeResize="0"/>
          <p:nvPr/>
        </p:nvPicPr>
        <p:blipFill rotWithShape="1">
          <a:blip r:embed="rId19">
            <a:alphaModFix/>
          </a:blip>
          <a:srcRect b="23310" l="21896" r="12232" t="21829"/>
          <a:stretch/>
        </p:blipFill>
        <p:spPr>
          <a:xfrm>
            <a:off x="4164797" y="4094453"/>
            <a:ext cx="955775" cy="316800"/>
          </a:xfrm>
          <a:prstGeom prst="rect">
            <a:avLst/>
          </a:prstGeom>
          <a:noFill/>
          <a:ln>
            <a:noFill/>
          </a:ln>
        </p:spPr>
      </p:pic>
      <p:pic>
        <p:nvPicPr>
          <p:cNvPr id="1454" name="Google Shape;1454;p56"/>
          <p:cNvPicPr preferRelativeResize="0"/>
          <p:nvPr/>
        </p:nvPicPr>
        <p:blipFill>
          <a:blip r:embed="rId20">
            <a:alphaModFix/>
          </a:blip>
          <a:stretch>
            <a:fillRect/>
          </a:stretch>
        </p:blipFill>
        <p:spPr>
          <a:xfrm>
            <a:off x="5846725" y="4172279"/>
            <a:ext cx="900746" cy="161148"/>
          </a:xfrm>
          <a:prstGeom prst="rect">
            <a:avLst/>
          </a:prstGeom>
          <a:noFill/>
          <a:ln>
            <a:noFill/>
          </a:ln>
        </p:spPr>
      </p:pic>
      <p:pic>
        <p:nvPicPr>
          <p:cNvPr id="1455" name="Google Shape;1455;p56"/>
          <p:cNvPicPr preferRelativeResize="0"/>
          <p:nvPr/>
        </p:nvPicPr>
        <p:blipFill>
          <a:blip r:embed="rId21">
            <a:alphaModFix/>
          </a:blip>
          <a:stretch>
            <a:fillRect/>
          </a:stretch>
        </p:blipFill>
        <p:spPr>
          <a:xfrm>
            <a:off x="7562123" y="4145145"/>
            <a:ext cx="789830" cy="215416"/>
          </a:xfrm>
          <a:prstGeom prst="rect">
            <a:avLst/>
          </a:prstGeom>
          <a:noFill/>
          <a:ln cap="flat" cmpd="sng" w="9525">
            <a:solidFill>
              <a:srgbClr val="FFFFFF"/>
            </a:solidFill>
            <a:prstDash val="solid"/>
            <a:round/>
            <a:headEnd len="sm" w="sm" type="none"/>
            <a:tailEnd len="sm" w="sm" type="none"/>
          </a:ln>
        </p:spPr>
      </p:pic>
      <p:sp>
        <p:nvSpPr>
          <p:cNvPr id="1456" name="Google Shape;1456;p56"/>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57" name="Google Shape;1457;p56"/>
          <p:cNvPicPr preferRelativeResize="0"/>
          <p:nvPr/>
        </p:nvPicPr>
        <p:blipFill>
          <a:blip r:embed="rId22">
            <a:alphaModFix/>
          </a:blip>
          <a:stretch>
            <a:fillRect/>
          </a:stretch>
        </p:blipFill>
        <p:spPr>
          <a:xfrm>
            <a:off x="8933375" y="62875"/>
            <a:ext cx="143400" cy="129650"/>
          </a:xfrm>
          <a:prstGeom prst="rect">
            <a:avLst/>
          </a:prstGeom>
          <a:noFill/>
          <a:ln>
            <a:noFill/>
          </a:ln>
        </p:spPr>
      </p:pic>
      <p:sp>
        <p:nvSpPr>
          <p:cNvPr id="1458" name="Google Shape;1458;p56"/>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
        <p:nvSpPr>
          <p:cNvPr id="1459" name="Google Shape;1459;p56"/>
          <p:cNvSpPr txBox="1"/>
          <p:nvPr/>
        </p:nvSpPr>
        <p:spPr>
          <a:xfrm>
            <a:off x="492900" y="417425"/>
            <a:ext cx="2907600" cy="369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GB" sz="1200">
                <a:solidFill>
                  <a:srgbClr val="2095D3"/>
                </a:solidFill>
                <a:latin typeface="Lexend"/>
                <a:ea typeface="Lexend"/>
                <a:cs typeface="Lexend"/>
                <a:sym typeface="Lexend"/>
              </a:rPr>
              <a:t>OUR CUSTOMERS</a:t>
            </a:r>
            <a:endParaRPr sz="1200">
              <a:solidFill>
                <a:srgbClr val="2095D3"/>
              </a:solidFill>
              <a:latin typeface="Lexend"/>
              <a:ea typeface="Lexend"/>
              <a:cs typeface="Lexend"/>
              <a:sym typeface="Lexend"/>
            </a:endParaRPr>
          </a:p>
        </p:txBody>
      </p:sp>
      <p:sp>
        <p:nvSpPr>
          <p:cNvPr id="1460" name="Google Shape;1460;p56"/>
          <p:cNvSpPr txBox="1"/>
          <p:nvPr/>
        </p:nvSpPr>
        <p:spPr>
          <a:xfrm>
            <a:off x="569100" y="673350"/>
            <a:ext cx="8252700" cy="469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Lexend"/>
              <a:buNone/>
            </a:pPr>
            <a:r>
              <a:rPr lang="en-GB" sz="2200">
                <a:solidFill>
                  <a:schemeClr val="accent1"/>
                </a:solidFill>
                <a:latin typeface="Lexend"/>
                <a:ea typeface="Lexend"/>
                <a:cs typeface="Lexend"/>
                <a:sym typeface="Lexend"/>
              </a:rPr>
              <a:t>Consulting, Publishing, Education, Human Resources and Construction/Manufacturing</a:t>
            </a:r>
            <a:endParaRPr sz="2200">
              <a:solidFill>
                <a:srgbClr val="196B98"/>
              </a:solidFill>
              <a:latin typeface="Lexend"/>
              <a:ea typeface="Lexend"/>
              <a:cs typeface="Lexend"/>
              <a:sym typeface="Lexend"/>
            </a:endParaRPr>
          </a:p>
          <a:p>
            <a:pPr indent="0" lvl="0" marL="0" rtl="0" algn="l">
              <a:lnSpc>
                <a:spcPct val="100000"/>
              </a:lnSpc>
              <a:spcBef>
                <a:spcPts val="0"/>
              </a:spcBef>
              <a:spcAft>
                <a:spcPts val="0"/>
              </a:spcAft>
              <a:buNone/>
            </a:pPr>
            <a:r>
              <a:t/>
            </a:r>
            <a:endParaRPr sz="2200">
              <a:solidFill>
                <a:srgbClr val="0F618C"/>
              </a:solidFill>
              <a:latin typeface="Lexend"/>
              <a:ea typeface="Lexend"/>
              <a:cs typeface="Lexend"/>
              <a:sym typeface="Lexen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ient Logos - Government">
  <p:cSld name="CUSTOM_24">
    <p:spTree>
      <p:nvGrpSpPr>
        <p:cNvPr id="1461" name="Shape 1461"/>
        <p:cNvGrpSpPr/>
        <p:nvPr/>
      </p:nvGrpSpPr>
      <p:grpSpPr>
        <a:xfrm>
          <a:off x="0" y="0"/>
          <a:ext cx="0" cy="0"/>
          <a:chOff x="0" y="0"/>
          <a:chExt cx="0" cy="0"/>
        </a:xfrm>
      </p:grpSpPr>
      <p:sp>
        <p:nvSpPr>
          <p:cNvPr id="1462" name="Google Shape;1462;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grpSp>
        <p:nvGrpSpPr>
          <p:cNvPr id="1463" name="Google Shape;1463;p57"/>
          <p:cNvGrpSpPr/>
          <p:nvPr/>
        </p:nvGrpSpPr>
        <p:grpSpPr>
          <a:xfrm>
            <a:off x="575874" y="1281786"/>
            <a:ext cx="8133093" cy="3302624"/>
            <a:chOff x="575875" y="1281775"/>
            <a:chExt cx="8133093" cy="2625506"/>
          </a:xfrm>
        </p:grpSpPr>
        <p:sp>
          <p:nvSpPr>
            <p:cNvPr id="1464" name="Google Shape;1464;p57"/>
            <p:cNvSpPr/>
            <p:nvPr/>
          </p:nvSpPr>
          <p:spPr>
            <a:xfrm>
              <a:off x="575875" y="1281775"/>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65" name="Google Shape;1465;p57"/>
            <p:cNvSpPr/>
            <p:nvPr/>
          </p:nvSpPr>
          <p:spPr>
            <a:xfrm>
              <a:off x="2221031" y="1281775"/>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66" name="Google Shape;1466;p57"/>
            <p:cNvSpPr/>
            <p:nvPr/>
          </p:nvSpPr>
          <p:spPr>
            <a:xfrm>
              <a:off x="3866276" y="1281775"/>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67" name="Google Shape;1467;p57"/>
            <p:cNvSpPr/>
            <p:nvPr/>
          </p:nvSpPr>
          <p:spPr>
            <a:xfrm>
              <a:off x="5511522" y="1281775"/>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68" name="Google Shape;1468;p57"/>
            <p:cNvSpPr/>
            <p:nvPr/>
          </p:nvSpPr>
          <p:spPr>
            <a:xfrm>
              <a:off x="7156768" y="1281775"/>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69" name="Google Shape;1469;p57"/>
            <p:cNvSpPr/>
            <p:nvPr/>
          </p:nvSpPr>
          <p:spPr>
            <a:xfrm>
              <a:off x="575875" y="1958444"/>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70" name="Google Shape;1470;p57"/>
            <p:cNvSpPr/>
            <p:nvPr/>
          </p:nvSpPr>
          <p:spPr>
            <a:xfrm>
              <a:off x="2221031" y="1958444"/>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71" name="Google Shape;1471;p57"/>
            <p:cNvSpPr/>
            <p:nvPr/>
          </p:nvSpPr>
          <p:spPr>
            <a:xfrm>
              <a:off x="3866276" y="1958444"/>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72" name="Google Shape;1472;p57"/>
            <p:cNvSpPr/>
            <p:nvPr/>
          </p:nvSpPr>
          <p:spPr>
            <a:xfrm>
              <a:off x="5511522" y="1958444"/>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73" name="Google Shape;1473;p57"/>
            <p:cNvSpPr/>
            <p:nvPr/>
          </p:nvSpPr>
          <p:spPr>
            <a:xfrm>
              <a:off x="7156768" y="1958444"/>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74" name="Google Shape;1474;p57"/>
            <p:cNvSpPr/>
            <p:nvPr/>
          </p:nvSpPr>
          <p:spPr>
            <a:xfrm>
              <a:off x="575875" y="2635112"/>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75" name="Google Shape;1475;p57"/>
            <p:cNvSpPr/>
            <p:nvPr/>
          </p:nvSpPr>
          <p:spPr>
            <a:xfrm>
              <a:off x="2221031" y="2635112"/>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76" name="Google Shape;1476;p57"/>
            <p:cNvSpPr/>
            <p:nvPr/>
          </p:nvSpPr>
          <p:spPr>
            <a:xfrm>
              <a:off x="3866276" y="2635112"/>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77" name="Google Shape;1477;p57"/>
            <p:cNvSpPr/>
            <p:nvPr/>
          </p:nvSpPr>
          <p:spPr>
            <a:xfrm>
              <a:off x="5511522" y="2635112"/>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78" name="Google Shape;1478;p57"/>
            <p:cNvSpPr/>
            <p:nvPr/>
          </p:nvSpPr>
          <p:spPr>
            <a:xfrm>
              <a:off x="7156768" y="2635112"/>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79" name="Google Shape;1479;p57"/>
            <p:cNvSpPr/>
            <p:nvPr/>
          </p:nvSpPr>
          <p:spPr>
            <a:xfrm>
              <a:off x="575875" y="3311781"/>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80" name="Google Shape;1480;p57"/>
            <p:cNvSpPr/>
            <p:nvPr/>
          </p:nvSpPr>
          <p:spPr>
            <a:xfrm>
              <a:off x="2221031" y="3311781"/>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81" name="Google Shape;1481;p57"/>
            <p:cNvSpPr/>
            <p:nvPr/>
          </p:nvSpPr>
          <p:spPr>
            <a:xfrm>
              <a:off x="3866276" y="3311781"/>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82" name="Google Shape;1482;p57"/>
            <p:cNvSpPr/>
            <p:nvPr/>
          </p:nvSpPr>
          <p:spPr>
            <a:xfrm>
              <a:off x="5511522" y="3311781"/>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483" name="Google Shape;1483;p57"/>
            <p:cNvSpPr/>
            <p:nvPr/>
          </p:nvSpPr>
          <p:spPr>
            <a:xfrm>
              <a:off x="7156768" y="3311781"/>
              <a:ext cx="1552200" cy="5955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grpSp>
      <p:pic>
        <p:nvPicPr>
          <p:cNvPr id="1484" name="Google Shape;1484;p57"/>
          <p:cNvPicPr preferRelativeResize="0"/>
          <p:nvPr/>
        </p:nvPicPr>
        <p:blipFill rotWithShape="1">
          <a:blip r:embed="rId2">
            <a:alphaModFix/>
          </a:blip>
          <a:srcRect b="0" l="0" r="0" t="0"/>
          <a:stretch/>
        </p:blipFill>
        <p:spPr>
          <a:xfrm>
            <a:off x="7552561" y="1404772"/>
            <a:ext cx="725733" cy="483826"/>
          </a:xfrm>
          <a:prstGeom prst="rect">
            <a:avLst/>
          </a:prstGeom>
          <a:noFill/>
          <a:ln>
            <a:noFill/>
          </a:ln>
        </p:spPr>
      </p:pic>
      <p:pic>
        <p:nvPicPr>
          <p:cNvPr id="1485" name="Google Shape;1485;p57"/>
          <p:cNvPicPr preferRelativeResize="0"/>
          <p:nvPr/>
        </p:nvPicPr>
        <p:blipFill rotWithShape="1">
          <a:blip r:embed="rId3">
            <a:alphaModFix/>
          </a:blip>
          <a:srcRect b="28753" l="0" r="0" t="25108"/>
          <a:stretch/>
        </p:blipFill>
        <p:spPr>
          <a:xfrm>
            <a:off x="5813630" y="2272453"/>
            <a:ext cx="931069" cy="404036"/>
          </a:xfrm>
          <a:prstGeom prst="rect">
            <a:avLst/>
          </a:prstGeom>
          <a:noFill/>
          <a:ln>
            <a:noFill/>
          </a:ln>
        </p:spPr>
      </p:pic>
      <p:pic>
        <p:nvPicPr>
          <p:cNvPr id="1486" name="Google Shape;1486;p57"/>
          <p:cNvPicPr preferRelativeResize="0"/>
          <p:nvPr/>
        </p:nvPicPr>
        <p:blipFill rotWithShape="1">
          <a:blip r:embed="rId4">
            <a:alphaModFix/>
          </a:blip>
          <a:srcRect b="0" l="0" r="0" t="0"/>
          <a:stretch/>
        </p:blipFill>
        <p:spPr>
          <a:xfrm>
            <a:off x="977350" y="3102455"/>
            <a:ext cx="674582" cy="496288"/>
          </a:xfrm>
          <a:prstGeom prst="rect">
            <a:avLst/>
          </a:prstGeom>
          <a:noFill/>
          <a:ln>
            <a:noFill/>
          </a:ln>
        </p:spPr>
      </p:pic>
      <p:pic>
        <p:nvPicPr>
          <p:cNvPr id="1487" name="Google Shape;1487;p57"/>
          <p:cNvPicPr preferRelativeResize="0"/>
          <p:nvPr/>
        </p:nvPicPr>
        <p:blipFill rotWithShape="1">
          <a:blip r:embed="rId5">
            <a:alphaModFix/>
          </a:blip>
          <a:srcRect b="0" l="0" r="0" t="0"/>
          <a:stretch/>
        </p:blipFill>
        <p:spPr>
          <a:xfrm>
            <a:off x="4232040" y="3084955"/>
            <a:ext cx="820751" cy="531288"/>
          </a:xfrm>
          <a:prstGeom prst="rect">
            <a:avLst/>
          </a:prstGeom>
          <a:noFill/>
          <a:ln>
            <a:noFill/>
          </a:ln>
        </p:spPr>
      </p:pic>
      <p:pic>
        <p:nvPicPr>
          <p:cNvPr id="1488" name="Google Shape;1488;p57"/>
          <p:cNvPicPr preferRelativeResize="0"/>
          <p:nvPr/>
        </p:nvPicPr>
        <p:blipFill rotWithShape="1">
          <a:blip r:embed="rId6">
            <a:alphaModFix/>
          </a:blip>
          <a:srcRect b="25344" l="0" r="0" t="17042"/>
          <a:stretch/>
        </p:blipFill>
        <p:spPr>
          <a:xfrm>
            <a:off x="927541" y="1398544"/>
            <a:ext cx="910793" cy="496281"/>
          </a:xfrm>
          <a:prstGeom prst="rect">
            <a:avLst/>
          </a:prstGeom>
          <a:noFill/>
          <a:ln>
            <a:noFill/>
          </a:ln>
        </p:spPr>
      </p:pic>
      <p:pic>
        <p:nvPicPr>
          <p:cNvPr id="1489" name="Google Shape;1489;p57"/>
          <p:cNvPicPr preferRelativeResize="0"/>
          <p:nvPr/>
        </p:nvPicPr>
        <p:blipFill rotWithShape="1">
          <a:blip r:embed="rId7">
            <a:alphaModFix/>
          </a:blip>
          <a:srcRect b="21373" l="17232" r="0" t="16516"/>
          <a:stretch/>
        </p:blipFill>
        <p:spPr>
          <a:xfrm>
            <a:off x="2427215" y="1450670"/>
            <a:ext cx="1047684" cy="392030"/>
          </a:xfrm>
          <a:prstGeom prst="rect">
            <a:avLst/>
          </a:prstGeom>
          <a:noFill/>
          <a:ln>
            <a:noFill/>
          </a:ln>
        </p:spPr>
      </p:pic>
      <p:pic>
        <p:nvPicPr>
          <p:cNvPr id="1490" name="Google Shape;1490;p57"/>
          <p:cNvPicPr preferRelativeResize="0"/>
          <p:nvPr/>
        </p:nvPicPr>
        <p:blipFill rotWithShape="1">
          <a:blip r:embed="rId8">
            <a:alphaModFix/>
          </a:blip>
          <a:srcRect b="21692" l="24585" r="0" t="17918"/>
          <a:stretch/>
        </p:blipFill>
        <p:spPr>
          <a:xfrm>
            <a:off x="4332518" y="1444681"/>
            <a:ext cx="691694" cy="404006"/>
          </a:xfrm>
          <a:prstGeom prst="rect">
            <a:avLst/>
          </a:prstGeom>
          <a:noFill/>
          <a:ln>
            <a:noFill/>
          </a:ln>
        </p:spPr>
      </p:pic>
      <p:pic>
        <p:nvPicPr>
          <p:cNvPr id="1491" name="Google Shape;1491;p57"/>
          <p:cNvPicPr preferRelativeResize="0"/>
          <p:nvPr/>
        </p:nvPicPr>
        <p:blipFill rotWithShape="1">
          <a:blip r:embed="rId9">
            <a:alphaModFix/>
          </a:blip>
          <a:srcRect b="20000" l="0" r="0" t="0"/>
          <a:stretch/>
        </p:blipFill>
        <p:spPr>
          <a:xfrm>
            <a:off x="5789630" y="1418122"/>
            <a:ext cx="979070" cy="457125"/>
          </a:xfrm>
          <a:prstGeom prst="rect">
            <a:avLst/>
          </a:prstGeom>
          <a:noFill/>
          <a:ln>
            <a:noFill/>
          </a:ln>
        </p:spPr>
      </p:pic>
      <p:pic>
        <p:nvPicPr>
          <p:cNvPr id="1492" name="Google Shape;1492;p57"/>
          <p:cNvPicPr preferRelativeResize="0"/>
          <p:nvPr/>
        </p:nvPicPr>
        <p:blipFill rotWithShape="1">
          <a:blip r:embed="rId10">
            <a:alphaModFix/>
          </a:blip>
          <a:srcRect b="5092" l="18976" r="16699" t="18566"/>
          <a:stretch/>
        </p:blipFill>
        <p:spPr>
          <a:xfrm>
            <a:off x="893404" y="2234158"/>
            <a:ext cx="979070" cy="528974"/>
          </a:xfrm>
          <a:prstGeom prst="rect">
            <a:avLst/>
          </a:prstGeom>
          <a:noFill/>
          <a:ln>
            <a:noFill/>
          </a:ln>
        </p:spPr>
      </p:pic>
      <p:pic>
        <p:nvPicPr>
          <p:cNvPr id="1493" name="Google Shape;1493;p57"/>
          <p:cNvPicPr preferRelativeResize="0"/>
          <p:nvPr/>
        </p:nvPicPr>
        <p:blipFill rotWithShape="1">
          <a:blip r:embed="rId11">
            <a:alphaModFix/>
          </a:blip>
          <a:srcRect b="14975" l="0" r="0" t="13611"/>
          <a:stretch/>
        </p:blipFill>
        <p:spPr>
          <a:xfrm>
            <a:off x="2493299" y="2248445"/>
            <a:ext cx="915535" cy="452076"/>
          </a:xfrm>
          <a:prstGeom prst="rect">
            <a:avLst/>
          </a:prstGeom>
          <a:noFill/>
          <a:ln>
            <a:noFill/>
          </a:ln>
        </p:spPr>
      </p:pic>
      <p:pic>
        <p:nvPicPr>
          <p:cNvPr id="1494" name="Google Shape;1494;p57"/>
          <p:cNvPicPr preferRelativeResize="0"/>
          <p:nvPr/>
        </p:nvPicPr>
        <p:blipFill rotWithShape="1">
          <a:blip r:embed="rId12">
            <a:alphaModFix/>
          </a:blip>
          <a:srcRect b="20564" l="0" r="0" t="7911"/>
          <a:stretch/>
        </p:blipFill>
        <p:spPr>
          <a:xfrm>
            <a:off x="4177299" y="2241097"/>
            <a:ext cx="979833" cy="466747"/>
          </a:xfrm>
          <a:prstGeom prst="rect">
            <a:avLst/>
          </a:prstGeom>
          <a:noFill/>
          <a:ln>
            <a:noFill/>
          </a:ln>
        </p:spPr>
      </p:pic>
      <p:pic>
        <p:nvPicPr>
          <p:cNvPr id="1495" name="Google Shape;1495;p57"/>
          <p:cNvPicPr preferRelativeResize="0"/>
          <p:nvPr/>
        </p:nvPicPr>
        <p:blipFill rotWithShape="1">
          <a:blip r:embed="rId13">
            <a:alphaModFix/>
          </a:blip>
          <a:srcRect b="15938" l="12140" r="6274" t="15891"/>
          <a:stretch/>
        </p:blipFill>
        <p:spPr>
          <a:xfrm>
            <a:off x="7401206" y="2281737"/>
            <a:ext cx="1028445" cy="385468"/>
          </a:xfrm>
          <a:prstGeom prst="rect">
            <a:avLst/>
          </a:prstGeom>
          <a:noFill/>
          <a:ln>
            <a:noFill/>
          </a:ln>
        </p:spPr>
      </p:pic>
      <p:pic>
        <p:nvPicPr>
          <p:cNvPr id="1496" name="Google Shape;1496;p57"/>
          <p:cNvPicPr preferRelativeResize="0"/>
          <p:nvPr/>
        </p:nvPicPr>
        <p:blipFill rotWithShape="1">
          <a:blip r:embed="rId14">
            <a:alphaModFix/>
          </a:blip>
          <a:srcRect b="10230" l="0" r="0" t="11437"/>
          <a:stretch/>
        </p:blipFill>
        <p:spPr>
          <a:xfrm>
            <a:off x="2586276" y="3081763"/>
            <a:ext cx="711425" cy="537673"/>
          </a:xfrm>
          <a:prstGeom prst="rect">
            <a:avLst/>
          </a:prstGeom>
          <a:noFill/>
          <a:ln>
            <a:noFill/>
          </a:ln>
        </p:spPr>
      </p:pic>
      <p:pic>
        <p:nvPicPr>
          <p:cNvPr id="1497" name="Google Shape;1497;p57"/>
          <p:cNvPicPr preferRelativeResize="0"/>
          <p:nvPr/>
        </p:nvPicPr>
        <p:blipFill rotWithShape="1">
          <a:blip r:embed="rId15">
            <a:alphaModFix/>
          </a:blip>
          <a:srcRect b="0" l="0" r="38718" t="0"/>
          <a:stretch/>
        </p:blipFill>
        <p:spPr>
          <a:xfrm>
            <a:off x="5887727" y="3075692"/>
            <a:ext cx="782875" cy="549815"/>
          </a:xfrm>
          <a:prstGeom prst="rect">
            <a:avLst/>
          </a:prstGeom>
          <a:noFill/>
          <a:ln>
            <a:noFill/>
          </a:ln>
        </p:spPr>
      </p:pic>
      <p:pic>
        <p:nvPicPr>
          <p:cNvPr id="1498" name="Google Shape;1498;p57"/>
          <p:cNvPicPr preferRelativeResize="0"/>
          <p:nvPr/>
        </p:nvPicPr>
        <p:blipFill rotWithShape="1">
          <a:blip r:embed="rId16">
            <a:alphaModFix/>
          </a:blip>
          <a:srcRect b="14837" l="0" r="0" t="14844"/>
          <a:stretch/>
        </p:blipFill>
        <p:spPr>
          <a:xfrm>
            <a:off x="7425500" y="3115870"/>
            <a:ext cx="979856" cy="469458"/>
          </a:xfrm>
          <a:prstGeom prst="rect">
            <a:avLst/>
          </a:prstGeom>
          <a:noFill/>
          <a:ln>
            <a:noFill/>
          </a:ln>
        </p:spPr>
      </p:pic>
      <p:pic>
        <p:nvPicPr>
          <p:cNvPr id="1499" name="Google Shape;1499;p57"/>
          <p:cNvPicPr preferRelativeResize="0"/>
          <p:nvPr/>
        </p:nvPicPr>
        <p:blipFill rotWithShape="1">
          <a:blip r:embed="rId17">
            <a:alphaModFix/>
          </a:blip>
          <a:srcRect b="0" l="0" r="0" t="0"/>
          <a:stretch/>
        </p:blipFill>
        <p:spPr>
          <a:xfrm>
            <a:off x="938425" y="3909420"/>
            <a:ext cx="820750" cy="600567"/>
          </a:xfrm>
          <a:prstGeom prst="rect">
            <a:avLst/>
          </a:prstGeom>
          <a:noFill/>
          <a:ln>
            <a:noFill/>
          </a:ln>
        </p:spPr>
      </p:pic>
      <p:pic>
        <p:nvPicPr>
          <p:cNvPr id="1500" name="Google Shape;1500;p57"/>
          <p:cNvPicPr preferRelativeResize="0"/>
          <p:nvPr/>
        </p:nvPicPr>
        <p:blipFill rotWithShape="1">
          <a:blip r:embed="rId18">
            <a:alphaModFix/>
          </a:blip>
          <a:srcRect b="0" l="0" r="0" t="0"/>
          <a:stretch/>
        </p:blipFill>
        <p:spPr>
          <a:xfrm>
            <a:off x="2595345" y="4085457"/>
            <a:ext cx="711433" cy="248493"/>
          </a:xfrm>
          <a:prstGeom prst="rect">
            <a:avLst/>
          </a:prstGeom>
          <a:noFill/>
          <a:ln>
            <a:noFill/>
          </a:ln>
        </p:spPr>
      </p:pic>
      <p:pic>
        <p:nvPicPr>
          <p:cNvPr id="1501" name="Google Shape;1501;p57"/>
          <p:cNvPicPr preferRelativeResize="0"/>
          <p:nvPr/>
        </p:nvPicPr>
        <p:blipFill rotWithShape="1">
          <a:blip r:embed="rId19">
            <a:alphaModFix/>
          </a:blip>
          <a:srcRect b="26998" l="12512" r="12067" t="21014"/>
          <a:stretch/>
        </p:blipFill>
        <p:spPr>
          <a:xfrm>
            <a:off x="4082469" y="4058280"/>
            <a:ext cx="979068" cy="302848"/>
          </a:xfrm>
          <a:prstGeom prst="rect">
            <a:avLst/>
          </a:prstGeom>
          <a:noFill/>
          <a:ln>
            <a:noFill/>
          </a:ln>
        </p:spPr>
      </p:pic>
      <p:pic>
        <p:nvPicPr>
          <p:cNvPr id="1502" name="Google Shape;1502;p57"/>
          <p:cNvPicPr preferRelativeResize="0"/>
          <p:nvPr/>
        </p:nvPicPr>
        <p:blipFill rotWithShape="1">
          <a:blip r:embed="rId20">
            <a:alphaModFix/>
          </a:blip>
          <a:srcRect b="10" l="0" r="35575" t="0"/>
          <a:stretch/>
        </p:blipFill>
        <p:spPr>
          <a:xfrm>
            <a:off x="5663376" y="4058276"/>
            <a:ext cx="1231576" cy="302855"/>
          </a:xfrm>
          <a:prstGeom prst="rect">
            <a:avLst/>
          </a:prstGeom>
          <a:noFill/>
          <a:ln>
            <a:noFill/>
          </a:ln>
        </p:spPr>
      </p:pic>
      <p:pic>
        <p:nvPicPr>
          <p:cNvPr id="1503" name="Google Shape;1503;p57"/>
          <p:cNvPicPr preferRelativeResize="0"/>
          <p:nvPr/>
        </p:nvPicPr>
        <p:blipFill>
          <a:blip r:embed="rId21">
            <a:alphaModFix/>
          </a:blip>
          <a:stretch>
            <a:fillRect/>
          </a:stretch>
        </p:blipFill>
        <p:spPr>
          <a:xfrm>
            <a:off x="7523990" y="4080888"/>
            <a:ext cx="782875" cy="257631"/>
          </a:xfrm>
          <a:prstGeom prst="rect">
            <a:avLst/>
          </a:prstGeom>
          <a:noFill/>
          <a:ln>
            <a:noFill/>
          </a:ln>
        </p:spPr>
      </p:pic>
      <p:sp>
        <p:nvSpPr>
          <p:cNvPr id="1504" name="Google Shape;1504;p57"/>
          <p:cNvSpPr txBox="1"/>
          <p:nvPr/>
        </p:nvSpPr>
        <p:spPr>
          <a:xfrm>
            <a:off x="492900" y="417425"/>
            <a:ext cx="2907600" cy="369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GB" sz="1200">
                <a:solidFill>
                  <a:srgbClr val="2095D3"/>
                </a:solidFill>
                <a:latin typeface="Lexend"/>
                <a:ea typeface="Lexend"/>
                <a:cs typeface="Lexend"/>
                <a:sym typeface="Lexend"/>
              </a:rPr>
              <a:t>OUR CUSTOMERS</a:t>
            </a:r>
            <a:endParaRPr sz="1200">
              <a:solidFill>
                <a:srgbClr val="2095D3"/>
              </a:solidFill>
              <a:latin typeface="Lexend"/>
              <a:ea typeface="Lexend"/>
              <a:cs typeface="Lexend"/>
              <a:sym typeface="Lexend"/>
            </a:endParaRPr>
          </a:p>
        </p:txBody>
      </p:sp>
      <p:sp>
        <p:nvSpPr>
          <p:cNvPr id="1505" name="Google Shape;1505;p57"/>
          <p:cNvSpPr txBox="1"/>
          <p:nvPr/>
        </p:nvSpPr>
        <p:spPr>
          <a:xfrm>
            <a:off x="569100" y="673350"/>
            <a:ext cx="43941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rgbClr val="0F618C"/>
                </a:solidFill>
                <a:latin typeface="Lexend"/>
                <a:ea typeface="Lexend"/>
                <a:cs typeface="Lexend"/>
                <a:sym typeface="Lexend"/>
              </a:rPr>
              <a:t>Government</a:t>
            </a:r>
            <a:endParaRPr sz="3500">
              <a:solidFill>
                <a:srgbClr val="196B98"/>
              </a:solidFill>
              <a:latin typeface="Lexend"/>
              <a:ea typeface="Lexend"/>
              <a:cs typeface="Lexend"/>
              <a:sym typeface="Lexen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ient Logos - Travel and Real Estate">
  <p:cSld name="CUSTOM_25">
    <p:spTree>
      <p:nvGrpSpPr>
        <p:cNvPr id="1506" name="Shape 1506"/>
        <p:cNvGrpSpPr/>
        <p:nvPr/>
      </p:nvGrpSpPr>
      <p:grpSpPr>
        <a:xfrm>
          <a:off x="0" y="0"/>
          <a:ext cx="0" cy="0"/>
          <a:chOff x="0" y="0"/>
          <a:chExt cx="0" cy="0"/>
        </a:xfrm>
      </p:grpSpPr>
      <p:sp>
        <p:nvSpPr>
          <p:cNvPr id="1507" name="Google Shape;1507;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508" name="Google Shape;1508;p58"/>
          <p:cNvSpPr/>
          <p:nvPr/>
        </p:nvSpPr>
        <p:spPr>
          <a:xfrm>
            <a:off x="575900"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509" name="Google Shape;1509;p58"/>
          <p:cNvSpPr/>
          <p:nvPr/>
        </p:nvSpPr>
        <p:spPr>
          <a:xfrm>
            <a:off x="2224835"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510" name="Google Shape;1510;p58"/>
          <p:cNvSpPr/>
          <p:nvPr/>
        </p:nvSpPr>
        <p:spPr>
          <a:xfrm>
            <a:off x="3873771"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511" name="Google Shape;1511;p58"/>
          <p:cNvSpPr/>
          <p:nvPr/>
        </p:nvSpPr>
        <p:spPr>
          <a:xfrm>
            <a:off x="5522706"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512" name="Google Shape;1512;p58"/>
          <p:cNvSpPr/>
          <p:nvPr/>
        </p:nvSpPr>
        <p:spPr>
          <a:xfrm>
            <a:off x="7171641" y="12817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513" name="Google Shape;1513;p58"/>
          <p:cNvSpPr/>
          <p:nvPr/>
        </p:nvSpPr>
        <p:spPr>
          <a:xfrm>
            <a:off x="575900"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514" name="Google Shape;1514;p58"/>
          <p:cNvSpPr/>
          <p:nvPr/>
        </p:nvSpPr>
        <p:spPr>
          <a:xfrm>
            <a:off x="2224835"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515" name="Google Shape;1515;p58"/>
          <p:cNvSpPr/>
          <p:nvPr/>
        </p:nvSpPr>
        <p:spPr>
          <a:xfrm>
            <a:off x="3873771"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516" name="Google Shape;1516;p58"/>
          <p:cNvSpPr/>
          <p:nvPr/>
        </p:nvSpPr>
        <p:spPr>
          <a:xfrm>
            <a:off x="5522706"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517" name="Google Shape;1517;p58"/>
          <p:cNvSpPr/>
          <p:nvPr/>
        </p:nvSpPr>
        <p:spPr>
          <a:xfrm>
            <a:off x="7171641" y="2132875"/>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518" name="Google Shape;1518;p58"/>
          <p:cNvSpPr/>
          <p:nvPr/>
        </p:nvSpPr>
        <p:spPr>
          <a:xfrm>
            <a:off x="575900"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519" name="Google Shape;1519;p58"/>
          <p:cNvSpPr/>
          <p:nvPr/>
        </p:nvSpPr>
        <p:spPr>
          <a:xfrm>
            <a:off x="2224835"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sp>
        <p:nvSpPr>
          <p:cNvPr id="1520" name="Google Shape;1520;p58"/>
          <p:cNvSpPr/>
          <p:nvPr/>
        </p:nvSpPr>
        <p:spPr>
          <a:xfrm>
            <a:off x="3873771" y="2983974"/>
            <a:ext cx="1537800" cy="749100"/>
          </a:xfrm>
          <a:prstGeom prst="rect">
            <a:avLst/>
          </a:prstGeom>
          <a:solidFill>
            <a:srgbClr val="FFFFFF"/>
          </a:solidFill>
          <a:ln cap="flat" cmpd="sng" w="9525">
            <a:solidFill>
              <a:srgbClr val="E0E0E0"/>
            </a:solidFill>
            <a:prstDash val="solid"/>
            <a:round/>
            <a:headEnd len="sm" w="sm" type="none"/>
            <a:tailEnd len="sm" w="sm" type="none"/>
          </a:ln>
        </p:spPr>
        <p:txBody>
          <a:bodyPr anchorCtr="0" anchor="ctr" bIns="61050" lIns="61050" spcFirstLastPara="1" rIns="61050" wrap="square" tIns="61050">
            <a:noAutofit/>
          </a:bodyPr>
          <a:lstStyle/>
          <a:p>
            <a:pPr indent="0" lvl="0" marL="0" rtl="0" algn="ctr">
              <a:spcBef>
                <a:spcPts val="0"/>
              </a:spcBef>
              <a:spcAft>
                <a:spcPts val="0"/>
              </a:spcAft>
              <a:buNone/>
            </a:pPr>
            <a:r>
              <a:t/>
            </a:r>
            <a:endParaRPr sz="900"/>
          </a:p>
        </p:txBody>
      </p:sp>
      <p:pic>
        <p:nvPicPr>
          <p:cNvPr id="1521" name="Google Shape;1521;p58"/>
          <p:cNvPicPr preferRelativeResize="0"/>
          <p:nvPr/>
        </p:nvPicPr>
        <p:blipFill>
          <a:blip r:embed="rId2">
            <a:alphaModFix/>
          </a:blip>
          <a:stretch>
            <a:fillRect/>
          </a:stretch>
        </p:blipFill>
        <p:spPr>
          <a:xfrm>
            <a:off x="914625" y="1481754"/>
            <a:ext cx="845169" cy="371469"/>
          </a:xfrm>
          <a:prstGeom prst="rect">
            <a:avLst/>
          </a:prstGeom>
          <a:noFill/>
          <a:ln>
            <a:noFill/>
          </a:ln>
        </p:spPr>
      </p:pic>
      <p:pic>
        <p:nvPicPr>
          <p:cNvPr id="1522" name="Google Shape;1522;p58"/>
          <p:cNvPicPr preferRelativeResize="0"/>
          <p:nvPr/>
        </p:nvPicPr>
        <p:blipFill>
          <a:blip r:embed="rId3">
            <a:alphaModFix/>
          </a:blip>
          <a:stretch>
            <a:fillRect/>
          </a:stretch>
        </p:blipFill>
        <p:spPr>
          <a:xfrm>
            <a:off x="4205202" y="1432717"/>
            <a:ext cx="845170" cy="469542"/>
          </a:xfrm>
          <a:prstGeom prst="rect">
            <a:avLst/>
          </a:prstGeom>
          <a:noFill/>
          <a:ln>
            <a:noFill/>
          </a:ln>
        </p:spPr>
      </p:pic>
      <p:pic>
        <p:nvPicPr>
          <p:cNvPr id="1523" name="Google Shape;1523;p58"/>
          <p:cNvPicPr preferRelativeResize="0"/>
          <p:nvPr/>
        </p:nvPicPr>
        <p:blipFill>
          <a:blip r:embed="rId4">
            <a:alphaModFix/>
          </a:blip>
          <a:stretch>
            <a:fillRect/>
          </a:stretch>
        </p:blipFill>
        <p:spPr>
          <a:xfrm>
            <a:off x="2499747" y="1542631"/>
            <a:ext cx="880577" cy="249715"/>
          </a:xfrm>
          <a:prstGeom prst="rect">
            <a:avLst/>
          </a:prstGeom>
          <a:noFill/>
          <a:ln>
            <a:noFill/>
          </a:ln>
        </p:spPr>
      </p:pic>
      <p:pic>
        <p:nvPicPr>
          <p:cNvPr id="1524" name="Google Shape;1524;p58"/>
          <p:cNvPicPr preferRelativeResize="0"/>
          <p:nvPr/>
        </p:nvPicPr>
        <p:blipFill rotWithShape="1">
          <a:blip r:embed="rId5">
            <a:alphaModFix/>
          </a:blip>
          <a:srcRect b="27632" l="0" r="0" t="25223"/>
          <a:stretch/>
        </p:blipFill>
        <p:spPr>
          <a:xfrm>
            <a:off x="5810797" y="1444324"/>
            <a:ext cx="954765" cy="446329"/>
          </a:xfrm>
          <a:prstGeom prst="rect">
            <a:avLst/>
          </a:prstGeom>
          <a:noFill/>
          <a:ln>
            <a:noFill/>
          </a:ln>
        </p:spPr>
      </p:pic>
      <p:pic>
        <p:nvPicPr>
          <p:cNvPr id="1525" name="Google Shape;1525;p58"/>
          <p:cNvPicPr preferRelativeResize="0"/>
          <p:nvPr/>
        </p:nvPicPr>
        <p:blipFill rotWithShape="1">
          <a:blip r:embed="rId6">
            <a:alphaModFix/>
          </a:blip>
          <a:srcRect b="36326" l="0" r="0" t="32473"/>
          <a:stretch/>
        </p:blipFill>
        <p:spPr>
          <a:xfrm>
            <a:off x="7404278" y="1524115"/>
            <a:ext cx="1082248" cy="286747"/>
          </a:xfrm>
          <a:prstGeom prst="rect">
            <a:avLst/>
          </a:prstGeom>
          <a:noFill/>
          <a:ln>
            <a:noFill/>
          </a:ln>
        </p:spPr>
      </p:pic>
      <p:pic>
        <p:nvPicPr>
          <p:cNvPr id="1526" name="Google Shape;1526;p58"/>
          <p:cNvPicPr preferRelativeResize="0"/>
          <p:nvPr/>
        </p:nvPicPr>
        <p:blipFill>
          <a:blip r:embed="rId7">
            <a:alphaModFix/>
          </a:blip>
          <a:stretch>
            <a:fillRect/>
          </a:stretch>
        </p:blipFill>
        <p:spPr>
          <a:xfrm>
            <a:off x="914620" y="2230521"/>
            <a:ext cx="845170" cy="563444"/>
          </a:xfrm>
          <a:prstGeom prst="rect">
            <a:avLst/>
          </a:prstGeom>
          <a:noFill/>
          <a:ln>
            <a:noFill/>
          </a:ln>
        </p:spPr>
      </p:pic>
      <p:pic>
        <p:nvPicPr>
          <p:cNvPr id="1527" name="Google Shape;1527;p58"/>
          <p:cNvPicPr preferRelativeResize="0"/>
          <p:nvPr/>
        </p:nvPicPr>
        <p:blipFill>
          <a:blip r:embed="rId8">
            <a:alphaModFix/>
          </a:blip>
          <a:stretch>
            <a:fillRect/>
          </a:stretch>
        </p:blipFill>
        <p:spPr>
          <a:xfrm>
            <a:off x="2517450" y="2323665"/>
            <a:ext cx="845170" cy="377155"/>
          </a:xfrm>
          <a:prstGeom prst="rect">
            <a:avLst/>
          </a:prstGeom>
          <a:noFill/>
          <a:ln>
            <a:noFill/>
          </a:ln>
        </p:spPr>
      </p:pic>
      <p:pic>
        <p:nvPicPr>
          <p:cNvPr id="1528" name="Google Shape;1528;p58"/>
          <p:cNvPicPr preferRelativeResize="0"/>
          <p:nvPr/>
        </p:nvPicPr>
        <p:blipFill>
          <a:blip r:embed="rId9">
            <a:alphaModFix/>
          </a:blip>
          <a:stretch>
            <a:fillRect/>
          </a:stretch>
        </p:blipFill>
        <p:spPr>
          <a:xfrm>
            <a:off x="4232571" y="2262859"/>
            <a:ext cx="790432" cy="498768"/>
          </a:xfrm>
          <a:prstGeom prst="rect">
            <a:avLst/>
          </a:prstGeom>
          <a:noFill/>
          <a:ln>
            <a:noFill/>
          </a:ln>
        </p:spPr>
      </p:pic>
      <p:pic>
        <p:nvPicPr>
          <p:cNvPr id="1529" name="Google Shape;1529;p58"/>
          <p:cNvPicPr preferRelativeResize="0"/>
          <p:nvPr/>
        </p:nvPicPr>
        <p:blipFill>
          <a:blip r:embed="rId10">
            <a:alphaModFix/>
          </a:blip>
          <a:stretch>
            <a:fillRect/>
          </a:stretch>
        </p:blipFill>
        <p:spPr>
          <a:xfrm>
            <a:off x="5892957" y="2400894"/>
            <a:ext cx="790436" cy="222697"/>
          </a:xfrm>
          <a:prstGeom prst="rect">
            <a:avLst/>
          </a:prstGeom>
          <a:noFill/>
          <a:ln>
            <a:noFill/>
          </a:ln>
        </p:spPr>
      </p:pic>
      <p:pic>
        <p:nvPicPr>
          <p:cNvPr id="1530" name="Google Shape;1530;p58"/>
          <p:cNvPicPr preferRelativeResize="0"/>
          <p:nvPr/>
        </p:nvPicPr>
        <p:blipFill>
          <a:blip r:embed="rId11">
            <a:alphaModFix/>
          </a:blip>
          <a:stretch>
            <a:fillRect/>
          </a:stretch>
        </p:blipFill>
        <p:spPr>
          <a:xfrm>
            <a:off x="7472053" y="2434214"/>
            <a:ext cx="946697" cy="156059"/>
          </a:xfrm>
          <a:prstGeom prst="rect">
            <a:avLst/>
          </a:prstGeom>
          <a:noFill/>
          <a:ln>
            <a:noFill/>
          </a:ln>
        </p:spPr>
      </p:pic>
      <p:pic>
        <p:nvPicPr>
          <p:cNvPr descr="Picture" id="1531" name="Google Shape;1531;p58"/>
          <p:cNvPicPr preferRelativeResize="0"/>
          <p:nvPr/>
        </p:nvPicPr>
        <p:blipFill rotWithShape="1">
          <a:blip r:embed="rId12">
            <a:alphaModFix/>
          </a:blip>
          <a:srcRect b="0" l="0" r="0" t="0"/>
          <a:stretch/>
        </p:blipFill>
        <p:spPr>
          <a:xfrm>
            <a:off x="985076" y="3111895"/>
            <a:ext cx="704275" cy="523810"/>
          </a:xfrm>
          <a:prstGeom prst="rect">
            <a:avLst/>
          </a:prstGeom>
          <a:noFill/>
          <a:ln>
            <a:noFill/>
          </a:ln>
        </p:spPr>
      </p:pic>
      <p:pic>
        <p:nvPicPr>
          <p:cNvPr descr="Picture" id="1532" name="Google Shape;1532;p58"/>
          <p:cNvPicPr preferRelativeResize="0"/>
          <p:nvPr/>
        </p:nvPicPr>
        <p:blipFill rotWithShape="1">
          <a:blip r:embed="rId13">
            <a:alphaModFix/>
          </a:blip>
          <a:srcRect b="0" l="0" r="0" t="0"/>
          <a:stretch/>
        </p:blipFill>
        <p:spPr>
          <a:xfrm>
            <a:off x="2659241" y="3111900"/>
            <a:ext cx="561588" cy="523800"/>
          </a:xfrm>
          <a:prstGeom prst="rect">
            <a:avLst/>
          </a:prstGeom>
          <a:noFill/>
          <a:ln>
            <a:noFill/>
          </a:ln>
        </p:spPr>
      </p:pic>
      <p:pic>
        <p:nvPicPr>
          <p:cNvPr id="1533" name="Google Shape;1533;p58"/>
          <p:cNvPicPr preferRelativeResize="0"/>
          <p:nvPr/>
        </p:nvPicPr>
        <p:blipFill>
          <a:blip r:embed="rId14">
            <a:alphaModFix/>
          </a:blip>
          <a:stretch>
            <a:fillRect/>
          </a:stretch>
        </p:blipFill>
        <p:spPr>
          <a:xfrm>
            <a:off x="4154438" y="3270589"/>
            <a:ext cx="946697" cy="206423"/>
          </a:xfrm>
          <a:prstGeom prst="rect">
            <a:avLst/>
          </a:prstGeom>
          <a:noFill/>
          <a:ln>
            <a:noFill/>
          </a:ln>
        </p:spPr>
      </p:pic>
      <p:sp>
        <p:nvSpPr>
          <p:cNvPr id="1534" name="Google Shape;1534;p58"/>
          <p:cNvSpPr txBox="1"/>
          <p:nvPr/>
        </p:nvSpPr>
        <p:spPr>
          <a:xfrm>
            <a:off x="492900" y="417425"/>
            <a:ext cx="2907600" cy="369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GB" sz="1200">
                <a:solidFill>
                  <a:srgbClr val="2095D3"/>
                </a:solidFill>
                <a:latin typeface="Lexend"/>
                <a:ea typeface="Lexend"/>
                <a:cs typeface="Lexend"/>
                <a:sym typeface="Lexend"/>
              </a:rPr>
              <a:t>OUR CUSTOMERS</a:t>
            </a:r>
            <a:endParaRPr sz="1200">
              <a:solidFill>
                <a:srgbClr val="2095D3"/>
              </a:solidFill>
              <a:latin typeface="Lexend"/>
              <a:ea typeface="Lexend"/>
              <a:cs typeface="Lexend"/>
              <a:sym typeface="Lexend"/>
            </a:endParaRPr>
          </a:p>
        </p:txBody>
      </p:sp>
      <p:sp>
        <p:nvSpPr>
          <p:cNvPr id="1535" name="Google Shape;1535;p58"/>
          <p:cNvSpPr txBox="1"/>
          <p:nvPr/>
        </p:nvSpPr>
        <p:spPr>
          <a:xfrm>
            <a:off x="569100" y="673350"/>
            <a:ext cx="43941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rgbClr val="0F618C"/>
                </a:solidFill>
                <a:latin typeface="Lexend"/>
                <a:ea typeface="Lexend"/>
                <a:cs typeface="Lexend"/>
                <a:sym typeface="Lexend"/>
              </a:rPr>
              <a:t>Travel and Real Estate</a:t>
            </a:r>
            <a:endParaRPr sz="3500">
              <a:solidFill>
                <a:srgbClr val="196B98"/>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25_1">
    <p:spTree>
      <p:nvGrpSpPr>
        <p:cNvPr id="1536" name="Shape 1536"/>
        <p:cNvGrpSpPr/>
        <p:nvPr/>
      </p:nvGrpSpPr>
      <p:grpSpPr>
        <a:xfrm>
          <a:off x="0" y="0"/>
          <a:ext cx="0" cy="0"/>
          <a:chOff x="0" y="0"/>
          <a:chExt cx="0" cy="0"/>
        </a:xfrm>
      </p:grpSpPr>
      <p:sp>
        <p:nvSpPr>
          <p:cNvPr id="1537" name="Google Shape;1537;p59"/>
          <p:cNvSpPr/>
          <p:nvPr/>
        </p:nvSpPr>
        <p:spPr>
          <a:xfrm>
            <a:off x="5085300" y="75"/>
            <a:ext cx="4058700" cy="5143500"/>
          </a:xfrm>
          <a:prstGeom prst="rect">
            <a:avLst/>
          </a:prstGeom>
          <a:solidFill>
            <a:srgbClr val="F1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8" name="Google Shape;1538;p59"/>
          <p:cNvSpPr txBox="1"/>
          <p:nvPr/>
        </p:nvSpPr>
        <p:spPr>
          <a:xfrm>
            <a:off x="569100" y="559050"/>
            <a:ext cx="4394100" cy="4692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lang="en-GB" sz="2200">
                <a:solidFill>
                  <a:srgbClr val="0F618C"/>
                </a:solidFill>
                <a:latin typeface="Lexend"/>
                <a:ea typeface="Lexend"/>
                <a:cs typeface="Lexend"/>
                <a:sym typeface="Lexend"/>
              </a:rPr>
              <a:t>A unique business model</a:t>
            </a:r>
            <a:endParaRPr sz="3500">
              <a:solidFill>
                <a:srgbClr val="196B98"/>
              </a:solidFill>
              <a:latin typeface="Lexend"/>
              <a:ea typeface="Lexend"/>
              <a:cs typeface="Lexend"/>
              <a:sym typeface="Lexend"/>
            </a:endParaRPr>
          </a:p>
        </p:txBody>
      </p:sp>
      <p:sp>
        <p:nvSpPr>
          <p:cNvPr id="1539" name="Google Shape;1539;p59"/>
          <p:cNvSpPr txBox="1"/>
          <p:nvPr/>
        </p:nvSpPr>
        <p:spPr>
          <a:xfrm>
            <a:off x="492900" y="1142175"/>
            <a:ext cx="4262100" cy="33801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GB" sz="1100">
                <a:solidFill>
                  <a:srgbClr val="222E31"/>
                </a:solidFill>
                <a:latin typeface="Lexend"/>
                <a:ea typeface="Lexend"/>
                <a:cs typeface="Lexend"/>
                <a:sym typeface="Lexend"/>
              </a:rPr>
              <a:t>With constantly shifting customer behaviours, spending trends and opportunities, modern retailers need to be able to rapidly and effectively adapt to remain competitive.  </a:t>
            </a:r>
            <a:endParaRPr sz="1100">
              <a:solidFill>
                <a:srgbClr val="222E31"/>
              </a:solidFill>
              <a:latin typeface="Lexend"/>
              <a:ea typeface="Lexend"/>
              <a:cs typeface="Lexend"/>
              <a:sym typeface="Lexend"/>
            </a:endParaRPr>
          </a:p>
          <a:p>
            <a:pPr indent="0" lvl="0" marL="0" rtl="0" algn="l">
              <a:lnSpc>
                <a:spcPct val="120000"/>
              </a:lnSpc>
              <a:spcBef>
                <a:spcPts val="1000"/>
              </a:spcBef>
              <a:spcAft>
                <a:spcPts val="0"/>
              </a:spcAft>
              <a:buNone/>
            </a:pPr>
            <a:r>
              <a:rPr lang="en-GB" sz="1100">
                <a:solidFill>
                  <a:srgbClr val="222E31"/>
                </a:solidFill>
                <a:latin typeface="Lexend"/>
                <a:ea typeface="Lexend"/>
                <a:cs typeface="Lexend"/>
                <a:sym typeface="Lexend"/>
              </a:rPr>
              <a:t>We work with our retail and ecommerce clients to harness the power of digital innovation to navigate challenges in the retail landscape. We can support retailers to modernise legacy systems, improve loyalty, </a:t>
            </a:r>
            <a:r>
              <a:rPr lang="en-GB" sz="1100">
                <a:solidFill>
                  <a:srgbClr val="222E31"/>
                </a:solidFill>
                <a:latin typeface="Lexend"/>
                <a:ea typeface="Lexend"/>
                <a:cs typeface="Lexend"/>
                <a:sym typeface="Lexend"/>
              </a:rPr>
              <a:t>optimise inventory or workforce processes</a:t>
            </a:r>
            <a:r>
              <a:rPr lang="en-GB" sz="1100">
                <a:solidFill>
                  <a:srgbClr val="222E31"/>
                </a:solidFill>
                <a:latin typeface="Lexend"/>
                <a:ea typeface="Lexend"/>
                <a:cs typeface="Lexend"/>
                <a:sym typeface="Lexend"/>
              </a:rPr>
              <a:t> and enhance personalised customer experiences through technology. </a:t>
            </a:r>
            <a:endParaRPr sz="1100">
              <a:solidFill>
                <a:srgbClr val="222E31"/>
              </a:solidFill>
              <a:latin typeface="Lexend"/>
              <a:ea typeface="Lexend"/>
              <a:cs typeface="Lexend"/>
              <a:sym typeface="Lexend"/>
            </a:endParaRPr>
          </a:p>
          <a:p>
            <a:pPr indent="0" lvl="0" marL="0" rtl="0" algn="l">
              <a:lnSpc>
                <a:spcPct val="120000"/>
              </a:lnSpc>
              <a:spcBef>
                <a:spcPts val="1000"/>
              </a:spcBef>
              <a:spcAft>
                <a:spcPts val="0"/>
              </a:spcAft>
              <a:buNone/>
            </a:pPr>
            <a:r>
              <a:rPr lang="en-GB" sz="1100">
                <a:solidFill>
                  <a:srgbClr val="222E31"/>
                </a:solidFill>
                <a:latin typeface="Lexend"/>
                <a:ea typeface="Lexend"/>
                <a:cs typeface="Lexend"/>
                <a:sym typeface="Lexend"/>
              </a:rPr>
              <a:t>Our experts have extensive </a:t>
            </a:r>
            <a:r>
              <a:rPr lang="en-GB" sz="1100">
                <a:solidFill>
                  <a:srgbClr val="222E31"/>
                </a:solidFill>
                <a:latin typeface="Lexend"/>
                <a:ea typeface="Lexend"/>
                <a:cs typeface="Lexend"/>
                <a:sym typeface="Lexend"/>
              </a:rPr>
              <a:t>retail</a:t>
            </a:r>
            <a:r>
              <a:rPr lang="en-GB" sz="1100">
                <a:solidFill>
                  <a:srgbClr val="222E31"/>
                </a:solidFill>
                <a:latin typeface="Lexend"/>
                <a:ea typeface="Lexend"/>
                <a:cs typeface="Lexend"/>
                <a:sym typeface="Lexend"/>
              </a:rPr>
              <a:t> and ecommerce experience with supermarket giants, high-street icons and food retailers, helping them to drive transformative outcomes and unlock future growth opportunities.</a:t>
            </a:r>
            <a:endParaRPr sz="1100">
              <a:solidFill>
                <a:srgbClr val="222E31"/>
              </a:solidFill>
              <a:latin typeface="Lexend"/>
              <a:ea typeface="Lexend"/>
              <a:cs typeface="Lexend"/>
              <a:sym typeface="Lexend"/>
            </a:endParaRPr>
          </a:p>
          <a:p>
            <a:pPr indent="0" lvl="0" marL="0" rtl="0" algn="l">
              <a:lnSpc>
                <a:spcPct val="120000"/>
              </a:lnSpc>
              <a:spcBef>
                <a:spcPts val="1000"/>
              </a:spcBef>
              <a:spcAft>
                <a:spcPts val="1000"/>
              </a:spcAft>
              <a:buNone/>
            </a:pPr>
            <a:r>
              <a:t/>
            </a:r>
            <a:endParaRPr sz="1100">
              <a:solidFill>
                <a:srgbClr val="222E31"/>
              </a:solidFill>
              <a:latin typeface="Lexend SemiBold"/>
              <a:ea typeface="Lexend SemiBold"/>
              <a:cs typeface="Lexend SemiBold"/>
              <a:sym typeface="Lexend SemiBold"/>
            </a:endParaRPr>
          </a:p>
        </p:txBody>
      </p:sp>
      <p:grpSp>
        <p:nvGrpSpPr>
          <p:cNvPr id="1540" name="Google Shape;1540;p59"/>
          <p:cNvGrpSpPr/>
          <p:nvPr/>
        </p:nvGrpSpPr>
        <p:grpSpPr>
          <a:xfrm>
            <a:off x="-1" y="31"/>
            <a:ext cx="704286" cy="5143552"/>
            <a:chOff x="360000" y="360000"/>
            <a:chExt cx="446146" cy="3258300"/>
          </a:xfrm>
        </p:grpSpPr>
        <p:sp>
          <p:nvSpPr>
            <p:cNvPr id="1541" name="Google Shape;1541;p59"/>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2" name="Google Shape;1542;p59"/>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3" name="Google Shape;1543;p59"/>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544" name="Google Shape;1544;p59"/>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45" name="Google Shape;1545;p59"/>
          <p:cNvPicPr preferRelativeResize="0"/>
          <p:nvPr/>
        </p:nvPicPr>
        <p:blipFill>
          <a:blip r:embed="rId2">
            <a:alphaModFix/>
          </a:blip>
          <a:stretch>
            <a:fillRect/>
          </a:stretch>
        </p:blipFill>
        <p:spPr>
          <a:xfrm>
            <a:off x="8933375" y="62875"/>
            <a:ext cx="143400" cy="129650"/>
          </a:xfrm>
          <a:prstGeom prst="rect">
            <a:avLst/>
          </a:prstGeom>
          <a:noFill/>
          <a:ln>
            <a:noFill/>
          </a:ln>
        </p:spPr>
      </p:pic>
      <p:sp>
        <p:nvSpPr>
          <p:cNvPr id="1546" name="Google Shape;1546;p59"/>
          <p:cNvSpPr txBox="1"/>
          <p:nvPr/>
        </p:nvSpPr>
        <p:spPr>
          <a:xfrm>
            <a:off x="8866200" y="136100"/>
            <a:ext cx="277800" cy="30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300">
                <a:solidFill>
                  <a:srgbClr val="FFFFFF"/>
                </a:solidFill>
                <a:latin typeface="Lexend SemiBold"/>
                <a:ea typeface="Lexend SemiBold"/>
                <a:cs typeface="Lexend SemiBold"/>
                <a:sym typeface="Lexend SemiBold"/>
              </a:rPr>
              <a:t>4</a:t>
            </a:r>
            <a:endParaRPr sz="1300">
              <a:solidFill>
                <a:srgbClr val="FFFFFF"/>
              </a:solidFill>
              <a:latin typeface="Lexend SemiBold"/>
              <a:ea typeface="Lexend SemiBold"/>
              <a:cs typeface="Lexend SemiBold"/>
              <a:sym typeface="Lexend SemiBold"/>
            </a:endParaRPr>
          </a:p>
        </p:txBody>
      </p:sp>
      <p:grpSp>
        <p:nvGrpSpPr>
          <p:cNvPr id="1547" name="Google Shape;1547;p59"/>
          <p:cNvGrpSpPr/>
          <p:nvPr/>
        </p:nvGrpSpPr>
        <p:grpSpPr>
          <a:xfrm>
            <a:off x="5438587" y="2580450"/>
            <a:ext cx="1989816" cy="447288"/>
            <a:chOff x="5688500" y="3333931"/>
            <a:chExt cx="1975200" cy="409192"/>
          </a:xfrm>
        </p:grpSpPr>
        <p:sp>
          <p:nvSpPr>
            <p:cNvPr id="1548" name="Google Shape;1548;p59"/>
            <p:cNvSpPr/>
            <p:nvPr/>
          </p:nvSpPr>
          <p:spPr>
            <a:xfrm>
              <a:off x="5688500" y="3336624"/>
              <a:ext cx="1975200" cy="406500"/>
            </a:xfrm>
            <a:prstGeom prst="homePlate">
              <a:avLst>
                <a:gd fmla="val 50000" name="adj"/>
              </a:avLst>
            </a:prstGeom>
            <a:solidFill>
              <a:srgbClr val="215B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9" name="Google Shape;1549;p59"/>
            <p:cNvSpPr txBox="1"/>
            <p:nvPr/>
          </p:nvSpPr>
          <p:spPr>
            <a:xfrm>
              <a:off x="5787356" y="3333931"/>
              <a:ext cx="509700" cy="4065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None/>
              </a:pPr>
              <a:r>
                <a:rPr b="1" lang="en-GB">
                  <a:solidFill>
                    <a:srgbClr val="FFFFFF"/>
                  </a:solidFill>
                  <a:latin typeface="Lexend"/>
                  <a:ea typeface="Lexend"/>
                  <a:cs typeface="Lexend"/>
                  <a:sym typeface="Lexend"/>
                </a:rPr>
                <a:t>56</a:t>
              </a:r>
              <a:endParaRPr b="1">
                <a:solidFill>
                  <a:srgbClr val="FFFFFF"/>
                </a:solidFill>
                <a:latin typeface="Lexend"/>
                <a:ea typeface="Lexend"/>
                <a:cs typeface="Lexend"/>
                <a:sym typeface="Lexend"/>
              </a:endParaRPr>
            </a:p>
          </p:txBody>
        </p:sp>
        <p:sp>
          <p:nvSpPr>
            <p:cNvPr id="1550" name="Google Shape;1550;p59"/>
            <p:cNvSpPr txBox="1"/>
            <p:nvPr/>
          </p:nvSpPr>
          <p:spPr>
            <a:xfrm>
              <a:off x="6278273" y="3423013"/>
              <a:ext cx="1244700" cy="225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GB" sz="800">
                  <a:solidFill>
                    <a:srgbClr val="FFFFFF"/>
                  </a:solidFill>
                  <a:latin typeface="Lexend"/>
                  <a:ea typeface="Lexend"/>
                  <a:cs typeface="Lexend"/>
                  <a:sym typeface="Lexend"/>
                </a:rPr>
                <a:t>Our eNPS score is considered exceptional.</a:t>
              </a:r>
              <a:endParaRPr sz="800">
                <a:solidFill>
                  <a:srgbClr val="FFFFFF"/>
                </a:solidFill>
                <a:latin typeface="Lexend"/>
                <a:ea typeface="Lexend"/>
                <a:cs typeface="Lexend"/>
                <a:sym typeface="Lexend"/>
              </a:endParaRPr>
            </a:p>
          </p:txBody>
        </p:sp>
      </p:grpSp>
      <p:grpSp>
        <p:nvGrpSpPr>
          <p:cNvPr id="1551" name="Google Shape;1551;p59"/>
          <p:cNvGrpSpPr/>
          <p:nvPr/>
        </p:nvGrpSpPr>
        <p:grpSpPr>
          <a:xfrm>
            <a:off x="5437938" y="1194336"/>
            <a:ext cx="3212581" cy="444492"/>
            <a:chOff x="5688500" y="2065775"/>
            <a:chExt cx="3162300" cy="406635"/>
          </a:xfrm>
        </p:grpSpPr>
        <p:sp>
          <p:nvSpPr>
            <p:cNvPr id="1552" name="Google Shape;1552;p59"/>
            <p:cNvSpPr/>
            <p:nvPr/>
          </p:nvSpPr>
          <p:spPr>
            <a:xfrm>
              <a:off x="5688500" y="2065775"/>
              <a:ext cx="3162300" cy="406500"/>
            </a:xfrm>
            <a:prstGeom prst="homePlate">
              <a:avLst>
                <a:gd fmla="val 50000" name="adj"/>
              </a:avLst>
            </a:prstGeom>
            <a:solidFill>
              <a:srgbClr val="189B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3" name="Google Shape;1553;p59"/>
            <p:cNvSpPr txBox="1"/>
            <p:nvPr/>
          </p:nvSpPr>
          <p:spPr>
            <a:xfrm>
              <a:off x="6311231" y="2161484"/>
              <a:ext cx="2189100" cy="225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GB" sz="800">
                  <a:solidFill>
                    <a:srgbClr val="FFFFFF"/>
                  </a:solidFill>
                  <a:latin typeface="Lexend"/>
                  <a:ea typeface="Lexend"/>
                  <a:cs typeface="Lexend"/>
                  <a:sym typeface="Lexend"/>
                </a:rPr>
                <a:t>of our consultants said they felt trusted to get on with their job.</a:t>
              </a:r>
              <a:endParaRPr sz="800">
                <a:solidFill>
                  <a:srgbClr val="FFFFFF"/>
                </a:solidFill>
                <a:latin typeface="Lexend"/>
                <a:ea typeface="Lexend"/>
                <a:cs typeface="Lexend"/>
                <a:sym typeface="Lexend"/>
              </a:endParaRPr>
            </a:p>
          </p:txBody>
        </p:sp>
        <p:sp>
          <p:nvSpPr>
            <p:cNvPr id="1554" name="Google Shape;1554;p59"/>
            <p:cNvSpPr txBox="1"/>
            <p:nvPr/>
          </p:nvSpPr>
          <p:spPr>
            <a:xfrm>
              <a:off x="5793542" y="2098310"/>
              <a:ext cx="477300" cy="3741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None/>
              </a:pPr>
              <a:r>
                <a:rPr b="1" lang="en-GB">
                  <a:solidFill>
                    <a:srgbClr val="FFFFFF"/>
                  </a:solidFill>
                  <a:latin typeface="Lexend"/>
                  <a:ea typeface="Lexend"/>
                  <a:cs typeface="Lexend"/>
                  <a:sym typeface="Lexend"/>
                </a:rPr>
                <a:t>90%</a:t>
              </a:r>
              <a:endParaRPr b="1" sz="2700">
                <a:solidFill>
                  <a:srgbClr val="FFFFFF"/>
                </a:solidFill>
                <a:latin typeface="Lexend"/>
                <a:ea typeface="Lexend"/>
                <a:cs typeface="Lexend"/>
                <a:sym typeface="Lexend"/>
              </a:endParaRPr>
            </a:p>
          </p:txBody>
        </p:sp>
      </p:grpSp>
      <p:grpSp>
        <p:nvGrpSpPr>
          <p:cNvPr id="1555" name="Google Shape;1555;p59"/>
          <p:cNvGrpSpPr/>
          <p:nvPr/>
        </p:nvGrpSpPr>
        <p:grpSpPr>
          <a:xfrm>
            <a:off x="5438001" y="1657401"/>
            <a:ext cx="2856441" cy="447205"/>
            <a:chOff x="5688500" y="2489400"/>
            <a:chExt cx="2859300" cy="409116"/>
          </a:xfrm>
        </p:grpSpPr>
        <p:sp>
          <p:nvSpPr>
            <p:cNvPr id="1556" name="Google Shape;1556;p59"/>
            <p:cNvSpPr/>
            <p:nvPr/>
          </p:nvSpPr>
          <p:spPr>
            <a:xfrm>
              <a:off x="5688500" y="2489400"/>
              <a:ext cx="2859300" cy="406500"/>
            </a:xfrm>
            <a:prstGeom prst="homePlate">
              <a:avLst>
                <a:gd fmla="val 50000" name="adj"/>
              </a:avLst>
            </a:prstGeom>
            <a:solidFill>
              <a:srgbClr val="215B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7" name="Google Shape;1557;p59"/>
            <p:cNvSpPr txBox="1"/>
            <p:nvPr/>
          </p:nvSpPr>
          <p:spPr>
            <a:xfrm>
              <a:off x="6303479" y="2581010"/>
              <a:ext cx="2054400" cy="225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sz="800">
                  <a:solidFill>
                    <a:srgbClr val="FFFFFF"/>
                  </a:solidFill>
                  <a:latin typeface="Lexend"/>
                  <a:ea typeface="Lexend"/>
                  <a:cs typeface="Lexend"/>
                  <a:sym typeface="Lexend"/>
                </a:rPr>
                <a:t>of our consultants said they felt a strong affinity with their client.</a:t>
              </a:r>
              <a:endParaRPr sz="800">
                <a:solidFill>
                  <a:srgbClr val="FFFFFF"/>
                </a:solidFill>
                <a:latin typeface="Lexend"/>
                <a:ea typeface="Lexend"/>
                <a:cs typeface="Lexend"/>
                <a:sym typeface="Lexend"/>
              </a:endParaRPr>
            </a:p>
          </p:txBody>
        </p:sp>
        <p:sp>
          <p:nvSpPr>
            <p:cNvPr id="1558" name="Google Shape;1558;p59"/>
            <p:cNvSpPr txBox="1"/>
            <p:nvPr/>
          </p:nvSpPr>
          <p:spPr>
            <a:xfrm>
              <a:off x="5782292" y="2508816"/>
              <a:ext cx="413700" cy="3897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None/>
              </a:pPr>
              <a:r>
                <a:rPr b="1" lang="en-GB">
                  <a:solidFill>
                    <a:srgbClr val="FFFFFF"/>
                  </a:solidFill>
                  <a:latin typeface="Lexend"/>
                  <a:ea typeface="Lexend"/>
                  <a:cs typeface="Lexend"/>
                  <a:sym typeface="Lexend"/>
                </a:rPr>
                <a:t>80%</a:t>
              </a:r>
              <a:endParaRPr b="1" sz="2700">
                <a:solidFill>
                  <a:srgbClr val="FFFFFF"/>
                </a:solidFill>
                <a:latin typeface="Lexend"/>
                <a:ea typeface="Lexend"/>
                <a:cs typeface="Lexend"/>
                <a:sym typeface="Lexend"/>
              </a:endParaRPr>
            </a:p>
          </p:txBody>
        </p:sp>
      </p:grpSp>
      <p:grpSp>
        <p:nvGrpSpPr>
          <p:cNvPr id="1559" name="Google Shape;1559;p59"/>
          <p:cNvGrpSpPr/>
          <p:nvPr/>
        </p:nvGrpSpPr>
        <p:grpSpPr>
          <a:xfrm>
            <a:off x="5437857" y="2120700"/>
            <a:ext cx="2856441" cy="444361"/>
            <a:chOff x="5688500" y="2912993"/>
            <a:chExt cx="2859300" cy="406514"/>
          </a:xfrm>
        </p:grpSpPr>
        <p:sp>
          <p:nvSpPr>
            <p:cNvPr id="1560" name="Google Shape;1560;p59"/>
            <p:cNvSpPr/>
            <p:nvPr/>
          </p:nvSpPr>
          <p:spPr>
            <a:xfrm>
              <a:off x="5688500" y="2913007"/>
              <a:ext cx="2859300" cy="406500"/>
            </a:xfrm>
            <a:prstGeom prst="homePlate">
              <a:avLst>
                <a:gd fmla="val 50000" name="adj"/>
              </a:avLst>
            </a:prstGeom>
            <a:solidFill>
              <a:srgbClr val="189B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1" name="Google Shape;1561;p59"/>
            <p:cNvSpPr txBox="1"/>
            <p:nvPr/>
          </p:nvSpPr>
          <p:spPr>
            <a:xfrm>
              <a:off x="6268980" y="2948389"/>
              <a:ext cx="2018400" cy="338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GB" sz="800">
                  <a:solidFill>
                    <a:srgbClr val="FFFFFF"/>
                  </a:solidFill>
                  <a:latin typeface="Lexend"/>
                  <a:ea typeface="Lexend"/>
                  <a:cs typeface="Lexend"/>
                  <a:sym typeface="Lexend"/>
                </a:rPr>
                <a:t>of our consultants felt they could draw on our network expertise to fuel their own development.</a:t>
              </a:r>
              <a:endParaRPr sz="800">
                <a:solidFill>
                  <a:srgbClr val="FFFFFF"/>
                </a:solidFill>
                <a:latin typeface="Lexend"/>
                <a:ea typeface="Lexend"/>
                <a:cs typeface="Lexend"/>
                <a:sym typeface="Lexend"/>
              </a:endParaRPr>
            </a:p>
          </p:txBody>
        </p:sp>
        <p:sp>
          <p:nvSpPr>
            <p:cNvPr id="1562" name="Google Shape;1562;p59"/>
            <p:cNvSpPr txBox="1"/>
            <p:nvPr/>
          </p:nvSpPr>
          <p:spPr>
            <a:xfrm>
              <a:off x="5788918" y="2912993"/>
              <a:ext cx="508200" cy="4065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None/>
              </a:pPr>
              <a:r>
                <a:rPr b="1" lang="en-GB">
                  <a:solidFill>
                    <a:srgbClr val="FFFFFF"/>
                  </a:solidFill>
                  <a:latin typeface="Lexend"/>
                  <a:ea typeface="Lexend"/>
                  <a:cs typeface="Lexend"/>
                  <a:sym typeface="Lexend"/>
                </a:rPr>
                <a:t>80%</a:t>
              </a:r>
              <a:endParaRPr b="1">
                <a:solidFill>
                  <a:srgbClr val="FFFFFF"/>
                </a:solidFill>
                <a:latin typeface="Lexend"/>
                <a:ea typeface="Lexend"/>
                <a:cs typeface="Lexend"/>
                <a:sym typeface="Lexend"/>
              </a:endParaRPr>
            </a:p>
          </p:txBody>
        </p:sp>
      </p:grpSp>
      <p:sp>
        <p:nvSpPr>
          <p:cNvPr id="1563" name="Google Shape;1563;p59"/>
          <p:cNvSpPr txBox="1"/>
          <p:nvPr/>
        </p:nvSpPr>
        <p:spPr>
          <a:xfrm>
            <a:off x="6467900" y="4441950"/>
            <a:ext cx="2568000" cy="375600"/>
          </a:xfrm>
          <a:prstGeom prst="rect">
            <a:avLst/>
          </a:prstGeom>
          <a:noFill/>
          <a:ln>
            <a:noFill/>
          </a:ln>
        </p:spPr>
        <p:txBody>
          <a:bodyPr anchorCtr="0" anchor="ctr" bIns="91425" lIns="0" spcFirstLastPara="1" rIns="0" wrap="square" tIns="91425">
            <a:noAutofit/>
          </a:bodyPr>
          <a:lstStyle/>
          <a:p>
            <a:pPr indent="0" lvl="0" marL="0" rtl="0" algn="l">
              <a:lnSpc>
                <a:spcPct val="150000"/>
              </a:lnSpc>
              <a:spcBef>
                <a:spcPts val="0"/>
              </a:spcBef>
              <a:spcAft>
                <a:spcPts val="1000"/>
              </a:spcAft>
              <a:buNone/>
            </a:pPr>
            <a:r>
              <a:rPr lang="en-GB" sz="900">
                <a:solidFill>
                  <a:srgbClr val="222E31"/>
                </a:solidFill>
                <a:latin typeface="Lexend"/>
                <a:ea typeface="Lexend"/>
                <a:cs typeface="Lexend"/>
                <a:sym typeface="Lexend"/>
              </a:rPr>
              <a:t>According to Glassdoor’s 2024 List</a:t>
            </a:r>
            <a:endParaRPr sz="900">
              <a:solidFill>
                <a:srgbClr val="222E31"/>
              </a:solidFill>
              <a:latin typeface="Lexend"/>
              <a:ea typeface="Lexend"/>
              <a:cs typeface="Lexend"/>
              <a:sym typeface="Lexend"/>
            </a:endParaRPr>
          </a:p>
        </p:txBody>
      </p:sp>
      <p:sp>
        <p:nvSpPr>
          <p:cNvPr id="1564" name="Google Shape;1564;p59"/>
          <p:cNvSpPr txBox="1"/>
          <p:nvPr/>
        </p:nvSpPr>
        <p:spPr>
          <a:xfrm>
            <a:off x="7796775" y="3665000"/>
            <a:ext cx="1145700" cy="646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lang="en-GB" sz="1000">
                <a:solidFill>
                  <a:srgbClr val="222E31"/>
                </a:solidFill>
                <a:latin typeface="Lexend SemiBold"/>
                <a:ea typeface="Lexend SemiBold"/>
                <a:cs typeface="Lexend SemiBold"/>
                <a:sym typeface="Lexend SemiBold"/>
              </a:rPr>
              <a:t>Recommend us as a place to work</a:t>
            </a:r>
            <a:endParaRPr sz="1000">
              <a:solidFill>
                <a:srgbClr val="222E31"/>
              </a:solidFill>
              <a:latin typeface="Lexend SemiBold"/>
              <a:ea typeface="Lexend SemiBold"/>
              <a:cs typeface="Lexend SemiBold"/>
              <a:sym typeface="Lexend SemiBold"/>
            </a:endParaRPr>
          </a:p>
        </p:txBody>
      </p:sp>
      <p:grpSp>
        <p:nvGrpSpPr>
          <p:cNvPr id="1565" name="Google Shape;1565;p59"/>
          <p:cNvGrpSpPr/>
          <p:nvPr/>
        </p:nvGrpSpPr>
        <p:grpSpPr>
          <a:xfrm>
            <a:off x="5411675" y="3655538"/>
            <a:ext cx="621050" cy="621000"/>
            <a:chOff x="5411675" y="3558738"/>
            <a:chExt cx="621050" cy="621000"/>
          </a:xfrm>
        </p:grpSpPr>
        <p:sp>
          <p:nvSpPr>
            <p:cNvPr id="1566" name="Google Shape;1566;p59"/>
            <p:cNvSpPr/>
            <p:nvPr/>
          </p:nvSpPr>
          <p:spPr>
            <a:xfrm>
              <a:off x="5411675" y="3558738"/>
              <a:ext cx="621000" cy="621000"/>
            </a:xfrm>
            <a:prstGeom prst="rect">
              <a:avLst/>
            </a:prstGeom>
            <a:solidFill>
              <a:srgbClr val="1F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7" name="Google Shape;1567;p59"/>
            <p:cNvSpPr txBox="1"/>
            <p:nvPr/>
          </p:nvSpPr>
          <p:spPr>
            <a:xfrm>
              <a:off x="5411725" y="3601650"/>
              <a:ext cx="621000" cy="492600"/>
            </a:xfrm>
            <a:prstGeom prst="rect">
              <a:avLst/>
            </a:prstGeom>
            <a:solidFill>
              <a:srgbClr val="1F95D3"/>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b="1" lang="en-GB" sz="2000">
                  <a:solidFill>
                    <a:srgbClr val="FFFFFF"/>
                  </a:solidFill>
                  <a:latin typeface="Lexend"/>
                  <a:ea typeface="Lexend"/>
                  <a:cs typeface="Lexend"/>
                  <a:sym typeface="Lexend"/>
                </a:rPr>
                <a:t>4th</a:t>
              </a:r>
              <a:endParaRPr sz="2000">
                <a:solidFill>
                  <a:srgbClr val="FFFFFF"/>
                </a:solidFill>
              </a:endParaRPr>
            </a:p>
          </p:txBody>
        </p:sp>
      </p:grpSp>
      <p:grpSp>
        <p:nvGrpSpPr>
          <p:cNvPr id="1568" name="Google Shape;1568;p59"/>
          <p:cNvGrpSpPr/>
          <p:nvPr/>
        </p:nvGrpSpPr>
        <p:grpSpPr>
          <a:xfrm>
            <a:off x="7175725" y="3665000"/>
            <a:ext cx="621050" cy="621000"/>
            <a:chOff x="5411675" y="3558738"/>
            <a:chExt cx="621050" cy="621000"/>
          </a:xfrm>
        </p:grpSpPr>
        <p:sp>
          <p:nvSpPr>
            <p:cNvPr id="1569" name="Google Shape;1569;p59"/>
            <p:cNvSpPr/>
            <p:nvPr/>
          </p:nvSpPr>
          <p:spPr>
            <a:xfrm>
              <a:off x="5411675" y="3558738"/>
              <a:ext cx="621000" cy="621000"/>
            </a:xfrm>
            <a:prstGeom prst="rect">
              <a:avLst/>
            </a:prstGeom>
            <a:solidFill>
              <a:srgbClr val="FF78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0" name="Google Shape;1570;p59"/>
            <p:cNvSpPr txBox="1"/>
            <p:nvPr/>
          </p:nvSpPr>
          <p:spPr>
            <a:xfrm>
              <a:off x="5411725" y="3631663"/>
              <a:ext cx="621000" cy="431100"/>
            </a:xfrm>
            <a:prstGeom prst="rect">
              <a:avLst/>
            </a:prstGeom>
            <a:solidFill>
              <a:srgbClr val="FF7822"/>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b="1" lang="en-GB" sz="1600">
                  <a:solidFill>
                    <a:srgbClr val="FFFFFF"/>
                  </a:solidFill>
                  <a:latin typeface="Lexend"/>
                  <a:ea typeface="Lexend"/>
                  <a:cs typeface="Lexend"/>
                  <a:sym typeface="Lexend"/>
                </a:rPr>
                <a:t>99%</a:t>
              </a:r>
              <a:endParaRPr sz="1600">
                <a:solidFill>
                  <a:srgbClr val="FFFFFF"/>
                </a:solidFill>
              </a:endParaRPr>
            </a:p>
          </p:txBody>
        </p:sp>
      </p:grpSp>
      <p:grpSp>
        <p:nvGrpSpPr>
          <p:cNvPr id="1571" name="Google Shape;1571;p59"/>
          <p:cNvGrpSpPr/>
          <p:nvPr/>
        </p:nvGrpSpPr>
        <p:grpSpPr>
          <a:xfrm>
            <a:off x="5277384" y="2578097"/>
            <a:ext cx="3722722" cy="863389"/>
            <a:chOff x="5249325" y="2571750"/>
            <a:chExt cx="3753123" cy="870439"/>
          </a:xfrm>
        </p:grpSpPr>
        <p:cxnSp>
          <p:nvCxnSpPr>
            <p:cNvPr id="1572" name="Google Shape;1572;p59"/>
            <p:cNvCxnSpPr/>
            <p:nvPr/>
          </p:nvCxnSpPr>
          <p:spPr>
            <a:xfrm>
              <a:off x="5411486" y="3165204"/>
              <a:ext cx="3406500" cy="0"/>
            </a:xfrm>
            <a:prstGeom prst="straightConnector1">
              <a:avLst/>
            </a:prstGeom>
            <a:noFill/>
            <a:ln cap="flat" cmpd="sng" w="9525">
              <a:solidFill>
                <a:srgbClr val="1482B8"/>
              </a:solidFill>
              <a:prstDash val="solid"/>
              <a:round/>
              <a:headEnd len="med" w="med" type="none"/>
              <a:tailEnd len="med" w="med" type="none"/>
            </a:ln>
          </p:spPr>
        </p:cxnSp>
        <p:cxnSp>
          <p:nvCxnSpPr>
            <p:cNvPr id="1573" name="Google Shape;1573;p59"/>
            <p:cNvCxnSpPr/>
            <p:nvPr/>
          </p:nvCxnSpPr>
          <p:spPr>
            <a:xfrm>
              <a:off x="5744635" y="3112470"/>
              <a:ext cx="0" cy="99900"/>
            </a:xfrm>
            <a:prstGeom prst="straightConnector1">
              <a:avLst/>
            </a:prstGeom>
            <a:noFill/>
            <a:ln cap="flat" cmpd="sng" w="9525">
              <a:solidFill>
                <a:srgbClr val="1482B8"/>
              </a:solidFill>
              <a:prstDash val="solid"/>
              <a:round/>
              <a:headEnd len="med" w="med" type="none"/>
              <a:tailEnd len="med" w="med" type="none"/>
            </a:ln>
          </p:spPr>
        </p:cxnSp>
        <p:cxnSp>
          <p:nvCxnSpPr>
            <p:cNvPr id="1574" name="Google Shape;1574;p59"/>
            <p:cNvCxnSpPr/>
            <p:nvPr/>
          </p:nvCxnSpPr>
          <p:spPr>
            <a:xfrm>
              <a:off x="6077808" y="3112470"/>
              <a:ext cx="0" cy="99900"/>
            </a:xfrm>
            <a:prstGeom prst="straightConnector1">
              <a:avLst/>
            </a:prstGeom>
            <a:noFill/>
            <a:ln cap="flat" cmpd="sng" w="9525">
              <a:solidFill>
                <a:srgbClr val="1482B8"/>
              </a:solidFill>
              <a:prstDash val="solid"/>
              <a:round/>
              <a:headEnd len="med" w="med" type="none"/>
              <a:tailEnd len="med" w="med" type="none"/>
            </a:ln>
          </p:spPr>
        </p:cxnSp>
        <p:cxnSp>
          <p:nvCxnSpPr>
            <p:cNvPr id="1575" name="Google Shape;1575;p59"/>
            <p:cNvCxnSpPr/>
            <p:nvPr/>
          </p:nvCxnSpPr>
          <p:spPr>
            <a:xfrm>
              <a:off x="6410981" y="3112470"/>
              <a:ext cx="0" cy="102600"/>
            </a:xfrm>
            <a:prstGeom prst="straightConnector1">
              <a:avLst/>
            </a:prstGeom>
            <a:noFill/>
            <a:ln cap="flat" cmpd="sng" w="9525">
              <a:solidFill>
                <a:srgbClr val="1482B8"/>
              </a:solidFill>
              <a:prstDash val="solid"/>
              <a:round/>
              <a:headEnd len="med" w="med" type="none"/>
              <a:tailEnd len="med" w="med" type="none"/>
            </a:ln>
          </p:spPr>
        </p:cxnSp>
        <p:cxnSp>
          <p:nvCxnSpPr>
            <p:cNvPr id="1576" name="Google Shape;1576;p59"/>
            <p:cNvCxnSpPr/>
            <p:nvPr/>
          </p:nvCxnSpPr>
          <p:spPr>
            <a:xfrm>
              <a:off x="6744154" y="3112470"/>
              <a:ext cx="0" cy="102600"/>
            </a:xfrm>
            <a:prstGeom prst="straightConnector1">
              <a:avLst/>
            </a:prstGeom>
            <a:noFill/>
            <a:ln cap="flat" cmpd="sng" w="9525">
              <a:solidFill>
                <a:srgbClr val="1482B8"/>
              </a:solidFill>
              <a:prstDash val="solid"/>
              <a:round/>
              <a:headEnd len="med" w="med" type="none"/>
              <a:tailEnd len="med" w="med" type="none"/>
            </a:ln>
          </p:spPr>
        </p:cxnSp>
        <p:cxnSp>
          <p:nvCxnSpPr>
            <p:cNvPr id="1577" name="Google Shape;1577;p59"/>
            <p:cNvCxnSpPr/>
            <p:nvPr/>
          </p:nvCxnSpPr>
          <p:spPr>
            <a:xfrm>
              <a:off x="7077326" y="3112470"/>
              <a:ext cx="0" cy="102600"/>
            </a:xfrm>
            <a:prstGeom prst="straightConnector1">
              <a:avLst/>
            </a:prstGeom>
            <a:noFill/>
            <a:ln cap="flat" cmpd="sng" w="9525">
              <a:solidFill>
                <a:srgbClr val="1482B8"/>
              </a:solidFill>
              <a:prstDash val="solid"/>
              <a:round/>
              <a:headEnd len="med" w="med" type="none"/>
              <a:tailEnd len="med" w="med" type="none"/>
            </a:ln>
          </p:spPr>
        </p:cxnSp>
        <p:cxnSp>
          <p:nvCxnSpPr>
            <p:cNvPr id="1578" name="Google Shape;1578;p59"/>
            <p:cNvCxnSpPr/>
            <p:nvPr/>
          </p:nvCxnSpPr>
          <p:spPr>
            <a:xfrm>
              <a:off x="7410499" y="3112470"/>
              <a:ext cx="0" cy="102600"/>
            </a:xfrm>
            <a:prstGeom prst="straightConnector1">
              <a:avLst/>
            </a:prstGeom>
            <a:noFill/>
            <a:ln cap="flat" cmpd="sng" w="9525">
              <a:solidFill>
                <a:srgbClr val="1482B8"/>
              </a:solidFill>
              <a:prstDash val="solid"/>
              <a:round/>
              <a:headEnd len="med" w="med" type="none"/>
              <a:tailEnd len="med" w="med" type="none"/>
            </a:ln>
          </p:spPr>
        </p:cxnSp>
        <p:cxnSp>
          <p:nvCxnSpPr>
            <p:cNvPr id="1579" name="Google Shape;1579;p59"/>
            <p:cNvCxnSpPr/>
            <p:nvPr/>
          </p:nvCxnSpPr>
          <p:spPr>
            <a:xfrm>
              <a:off x="7743672" y="3112470"/>
              <a:ext cx="0" cy="102600"/>
            </a:xfrm>
            <a:prstGeom prst="straightConnector1">
              <a:avLst/>
            </a:prstGeom>
            <a:noFill/>
            <a:ln cap="flat" cmpd="sng" w="9525">
              <a:solidFill>
                <a:srgbClr val="1482B8"/>
              </a:solidFill>
              <a:prstDash val="solid"/>
              <a:round/>
              <a:headEnd len="med" w="med" type="none"/>
              <a:tailEnd len="med" w="med" type="none"/>
            </a:ln>
          </p:spPr>
        </p:cxnSp>
        <p:cxnSp>
          <p:nvCxnSpPr>
            <p:cNvPr id="1580" name="Google Shape;1580;p59"/>
            <p:cNvCxnSpPr/>
            <p:nvPr/>
          </p:nvCxnSpPr>
          <p:spPr>
            <a:xfrm>
              <a:off x="8076844" y="3112470"/>
              <a:ext cx="0" cy="102600"/>
            </a:xfrm>
            <a:prstGeom prst="straightConnector1">
              <a:avLst/>
            </a:prstGeom>
            <a:noFill/>
            <a:ln cap="flat" cmpd="sng" w="9525">
              <a:solidFill>
                <a:srgbClr val="1482B8"/>
              </a:solidFill>
              <a:prstDash val="solid"/>
              <a:round/>
              <a:headEnd len="med" w="med" type="none"/>
              <a:tailEnd len="med" w="med" type="none"/>
            </a:ln>
          </p:spPr>
        </p:cxnSp>
        <p:cxnSp>
          <p:nvCxnSpPr>
            <p:cNvPr id="1581" name="Google Shape;1581;p59"/>
            <p:cNvCxnSpPr/>
            <p:nvPr/>
          </p:nvCxnSpPr>
          <p:spPr>
            <a:xfrm>
              <a:off x="8410017" y="3112470"/>
              <a:ext cx="0" cy="102600"/>
            </a:xfrm>
            <a:prstGeom prst="straightConnector1">
              <a:avLst/>
            </a:prstGeom>
            <a:noFill/>
            <a:ln cap="flat" cmpd="sng" w="9525">
              <a:solidFill>
                <a:srgbClr val="1482B8"/>
              </a:solidFill>
              <a:prstDash val="solid"/>
              <a:round/>
              <a:headEnd len="med" w="med" type="none"/>
              <a:tailEnd len="med" w="med" type="none"/>
            </a:ln>
          </p:spPr>
        </p:cxnSp>
        <p:cxnSp>
          <p:nvCxnSpPr>
            <p:cNvPr id="1582" name="Google Shape;1582;p59"/>
            <p:cNvCxnSpPr/>
            <p:nvPr/>
          </p:nvCxnSpPr>
          <p:spPr>
            <a:xfrm>
              <a:off x="8743190" y="3112470"/>
              <a:ext cx="0" cy="102600"/>
            </a:xfrm>
            <a:prstGeom prst="straightConnector1">
              <a:avLst/>
            </a:prstGeom>
            <a:noFill/>
            <a:ln cap="flat" cmpd="sng" w="9525">
              <a:solidFill>
                <a:srgbClr val="1482B8"/>
              </a:solidFill>
              <a:prstDash val="solid"/>
              <a:round/>
              <a:headEnd len="med" w="med" type="none"/>
              <a:tailEnd len="med" w="med" type="none"/>
            </a:ln>
          </p:spPr>
        </p:cxnSp>
        <p:sp>
          <p:nvSpPr>
            <p:cNvPr id="1583" name="Google Shape;1583;p59"/>
            <p:cNvSpPr txBox="1"/>
            <p:nvPr/>
          </p:nvSpPr>
          <p:spPr>
            <a:xfrm>
              <a:off x="5249325" y="3156039"/>
              <a:ext cx="313200" cy="27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600">
                  <a:solidFill>
                    <a:srgbClr val="434343"/>
                  </a:solidFill>
                  <a:latin typeface="Lexend"/>
                  <a:ea typeface="Lexend"/>
                  <a:cs typeface="Lexend"/>
                  <a:sym typeface="Lexend"/>
                </a:rPr>
                <a:t>0%</a:t>
              </a:r>
              <a:endParaRPr sz="600">
                <a:solidFill>
                  <a:srgbClr val="434343"/>
                </a:solidFill>
                <a:latin typeface="Lexend"/>
                <a:ea typeface="Lexend"/>
                <a:cs typeface="Lexend"/>
                <a:sym typeface="Lexend"/>
              </a:endParaRPr>
            </a:p>
          </p:txBody>
        </p:sp>
        <p:sp>
          <p:nvSpPr>
            <p:cNvPr id="1584" name="Google Shape;1584;p59"/>
            <p:cNvSpPr txBox="1"/>
            <p:nvPr/>
          </p:nvSpPr>
          <p:spPr>
            <a:xfrm>
              <a:off x="5574680" y="3156039"/>
              <a:ext cx="339900" cy="27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600">
                  <a:solidFill>
                    <a:srgbClr val="434343"/>
                  </a:solidFill>
                  <a:latin typeface="Lexend"/>
                  <a:ea typeface="Lexend"/>
                  <a:cs typeface="Lexend"/>
                  <a:sym typeface="Lexend"/>
                </a:rPr>
                <a:t>10%</a:t>
              </a:r>
              <a:endParaRPr sz="600">
                <a:solidFill>
                  <a:srgbClr val="434343"/>
                </a:solidFill>
                <a:latin typeface="Lexend"/>
                <a:ea typeface="Lexend"/>
                <a:cs typeface="Lexend"/>
                <a:sym typeface="Lexend"/>
              </a:endParaRPr>
            </a:p>
          </p:txBody>
        </p:sp>
        <p:sp>
          <p:nvSpPr>
            <p:cNvPr id="1585" name="Google Shape;1585;p59"/>
            <p:cNvSpPr txBox="1"/>
            <p:nvPr/>
          </p:nvSpPr>
          <p:spPr>
            <a:xfrm>
              <a:off x="5893009" y="3156039"/>
              <a:ext cx="339900" cy="27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600">
                  <a:solidFill>
                    <a:srgbClr val="434343"/>
                  </a:solidFill>
                  <a:latin typeface="Lexend"/>
                  <a:ea typeface="Lexend"/>
                  <a:cs typeface="Lexend"/>
                  <a:sym typeface="Lexend"/>
                </a:rPr>
                <a:t>20%</a:t>
              </a:r>
              <a:endParaRPr sz="600">
                <a:solidFill>
                  <a:srgbClr val="434343"/>
                </a:solidFill>
                <a:latin typeface="Lexend"/>
                <a:ea typeface="Lexend"/>
                <a:cs typeface="Lexend"/>
                <a:sym typeface="Lexend"/>
              </a:endParaRPr>
            </a:p>
          </p:txBody>
        </p:sp>
        <p:sp>
          <p:nvSpPr>
            <p:cNvPr id="1586" name="Google Shape;1586;p59"/>
            <p:cNvSpPr txBox="1"/>
            <p:nvPr/>
          </p:nvSpPr>
          <p:spPr>
            <a:xfrm>
              <a:off x="6223702" y="3162889"/>
              <a:ext cx="339900" cy="27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600">
                  <a:solidFill>
                    <a:srgbClr val="434343"/>
                  </a:solidFill>
                  <a:latin typeface="Lexend"/>
                  <a:ea typeface="Lexend"/>
                  <a:cs typeface="Lexend"/>
                  <a:sym typeface="Lexend"/>
                </a:rPr>
                <a:t>30%</a:t>
              </a:r>
              <a:endParaRPr sz="600">
                <a:solidFill>
                  <a:srgbClr val="434343"/>
                </a:solidFill>
                <a:latin typeface="Lexend"/>
                <a:ea typeface="Lexend"/>
                <a:cs typeface="Lexend"/>
                <a:sym typeface="Lexend"/>
              </a:endParaRPr>
            </a:p>
          </p:txBody>
        </p:sp>
        <p:sp>
          <p:nvSpPr>
            <p:cNvPr id="1587" name="Google Shape;1587;p59"/>
            <p:cNvSpPr txBox="1"/>
            <p:nvPr/>
          </p:nvSpPr>
          <p:spPr>
            <a:xfrm>
              <a:off x="6531994" y="3162889"/>
              <a:ext cx="386700" cy="27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600">
                  <a:solidFill>
                    <a:srgbClr val="434343"/>
                  </a:solidFill>
                  <a:latin typeface="Lexend"/>
                  <a:ea typeface="Lexend"/>
                  <a:cs typeface="Lexend"/>
                  <a:sym typeface="Lexend"/>
                </a:rPr>
                <a:t>40%</a:t>
              </a:r>
              <a:endParaRPr sz="600">
                <a:solidFill>
                  <a:srgbClr val="434343"/>
                </a:solidFill>
                <a:latin typeface="Lexend"/>
                <a:ea typeface="Lexend"/>
                <a:cs typeface="Lexend"/>
                <a:sym typeface="Lexend"/>
              </a:endParaRPr>
            </a:p>
          </p:txBody>
        </p:sp>
        <p:sp>
          <p:nvSpPr>
            <p:cNvPr id="1588" name="Google Shape;1588;p59"/>
            <p:cNvSpPr txBox="1"/>
            <p:nvPr/>
          </p:nvSpPr>
          <p:spPr>
            <a:xfrm>
              <a:off x="6887086" y="3156039"/>
              <a:ext cx="339900" cy="27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600">
                  <a:solidFill>
                    <a:srgbClr val="434343"/>
                  </a:solidFill>
                  <a:latin typeface="Lexend"/>
                  <a:ea typeface="Lexend"/>
                  <a:cs typeface="Lexend"/>
                  <a:sym typeface="Lexend"/>
                </a:rPr>
                <a:t>50%</a:t>
              </a:r>
              <a:endParaRPr sz="600">
                <a:solidFill>
                  <a:srgbClr val="434343"/>
                </a:solidFill>
                <a:latin typeface="Lexend"/>
                <a:ea typeface="Lexend"/>
                <a:cs typeface="Lexend"/>
                <a:sym typeface="Lexend"/>
              </a:endParaRPr>
            </a:p>
          </p:txBody>
        </p:sp>
        <p:sp>
          <p:nvSpPr>
            <p:cNvPr id="1589" name="Google Shape;1589;p59"/>
            <p:cNvSpPr txBox="1"/>
            <p:nvPr/>
          </p:nvSpPr>
          <p:spPr>
            <a:xfrm>
              <a:off x="7195378" y="3162889"/>
              <a:ext cx="386700" cy="27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600">
                  <a:solidFill>
                    <a:srgbClr val="434343"/>
                  </a:solidFill>
                  <a:latin typeface="Lexend"/>
                  <a:ea typeface="Lexend"/>
                  <a:cs typeface="Lexend"/>
                  <a:sym typeface="Lexend"/>
                </a:rPr>
                <a:t>60%</a:t>
              </a:r>
              <a:endParaRPr sz="600">
                <a:solidFill>
                  <a:srgbClr val="434343"/>
                </a:solidFill>
                <a:latin typeface="Lexend"/>
                <a:ea typeface="Lexend"/>
                <a:cs typeface="Lexend"/>
                <a:sym typeface="Lexend"/>
              </a:endParaRPr>
            </a:p>
          </p:txBody>
        </p:sp>
        <p:sp>
          <p:nvSpPr>
            <p:cNvPr id="1590" name="Google Shape;1590;p59"/>
            <p:cNvSpPr txBox="1"/>
            <p:nvPr/>
          </p:nvSpPr>
          <p:spPr>
            <a:xfrm>
              <a:off x="7550471" y="3156039"/>
              <a:ext cx="339900" cy="27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600">
                  <a:solidFill>
                    <a:srgbClr val="434343"/>
                  </a:solidFill>
                  <a:latin typeface="Lexend"/>
                  <a:ea typeface="Lexend"/>
                  <a:cs typeface="Lexend"/>
                  <a:sym typeface="Lexend"/>
                </a:rPr>
                <a:t>70%</a:t>
              </a:r>
              <a:endParaRPr sz="600">
                <a:solidFill>
                  <a:srgbClr val="434343"/>
                </a:solidFill>
                <a:latin typeface="Lexend"/>
                <a:ea typeface="Lexend"/>
                <a:cs typeface="Lexend"/>
                <a:sym typeface="Lexend"/>
              </a:endParaRPr>
            </a:p>
          </p:txBody>
        </p:sp>
        <p:sp>
          <p:nvSpPr>
            <p:cNvPr id="1591" name="Google Shape;1591;p59"/>
            <p:cNvSpPr txBox="1"/>
            <p:nvPr/>
          </p:nvSpPr>
          <p:spPr>
            <a:xfrm>
              <a:off x="7858763" y="3162889"/>
              <a:ext cx="438600" cy="27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600">
                  <a:solidFill>
                    <a:srgbClr val="434343"/>
                  </a:solidFill>
                  <a:latin typeface="Lexend"/>
                  <a:ea typeface="Lexend"/>
                  <a:cs typeface="Lexend"/>
                  <a:sym typeface="Lexend"/>
                </a:rPr>
                <a:t>80%</a:t>
              </a:r>
              <a:endParaRPr sz="600">
                <a:solidFill>
                  <a:srgbClr val="434343"/>
                </a:solidFill>
                <a:latin typeface="Lexend"/>
                <a:ea typeface="Lexend"/>
                <a:cs typeface="Lexend"/>
                <a:sym typeface="Lexend"/>
              </a:endParaRPr>
            </a:p>
          </p:txBody>
        </p:sp>
        <p:sp>
          <p:nvSpPr>
            <p:cNvPr id="1592" name="Google Shape;1592;p59"/>
            <p:cNvSpPr txBox="1"/>
            <p:nvPr/>
          </p:nvSpPr>
          <p:spPr>
            <a:xfrm>
              <a:off x="8240080" y="3156039"/>
              <a:ext cx="339900" cy="27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600">
                  <a:solidFill>
                    <a:srgbClr val="434343"/>
                  </a:solidFill>
                  <a:latin typeface="Lexend"/>
                  <a:ea typeface="Lexend"/>
                  <a:cs typeface="Lexend"/>
                  <a:sym typeface="Lexend"/>
                </a:rPr>
                <a:t>90%</a:t>
              </a:r>
              <a:endParaRPr sz="600">
                <a:solidFill>
                  <a:srgbClr val="434343"/>
                </a:solidFill>
                <a:latin typeface="Lexend"/>
                <a:ea typeface="Lexend"/>
                <a:cs typeface="Lexend"/>
                <a:sym typeface="Lexend"/>
              </a:endParaRPr>
            </a:p>
          </p:txBody>
        </p:sp>
        <p:cxnSp>
          <p:nvCxnSpPr>
            <p:cNvPr id="1593" name="Google Shape;1593;p59"/>
            <p:cNvCxnSpPr/>
            <p:nvPr/>
          </p:nvCxnSpPr>
          <p:spPr>
            <a:xfrm>
              <a:off x="5411463" y="2571750"/>
              <a:ext cx="0" cy="596700"/>
            </a:xfrm>
            <a:prstGeom prst="straightConnector1">
              <a:avLst/>
            </a:prstGeom>
            <a:noFill/>
            <a:ln cap="flat" cmpd="sng" w="9525">
              <a:solidFill>
                <a:srgbClr val="1482B8"/>
              </a:solidFill>
              <a:prstDash val="solid"/>
              <a:round/>
              <a:headEnd len="med" w="med" type="none"/>
              <a:tailEnd len="med" w="med" type="none"/>
            </a:ln>
          </p:spPr>
        </p:cxnSp>
        <p:sp>
          <p:nvSpPr>
            <p:cNvPr id="1594" name="Google Shape;1594;p59"/>
            <p:cNvSpPr txBox="1"/>
            <p:nvPr/>
          </p:nvSpPr>
          <p:spPr>
            <a:xfrm>
              <a:off x="8497847" y="3162889"/>
              <a:ext cx="504600" cy="27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600">
                  <a:solidFill>
                    <a:srgbClr val="434343"/>
                  </a:solidFill>
                  <a:latin typeface="Lexend"/>
                  <a:ea typeface="Lexend"/>
                  <a:cs typeface="Lexend"/>
                  <a:sym typeface="Lexend"/>
                </a:rPr>
                <a:t>100%</a:t>
              </a:r>
              <a:endParaRPr sz="600">
                <a:solidFill>
                  <a:srgbClr val="434343"/>
                </a:solidFill>
                <a:latin typeface="Lexend"/>
                <a:ea typeface="Lexend"/>
                <a:cs typeface="Lexend"/>
                <a:sym typeface="Lexend"/>
              </a:endParaRPr>
            </a:p>
          </p:txBody>
        </p:sp>
      </p:grpSp>
      <p:sp>
        <p:nvSpPr>
          <p:cNvPr id="1595" name="Google Shape;1595;p59"/>
          <p:cNvSpPr txBox="1"/>
          <p:nvPr/>
        </p:nvSpPr>
        <p:spPr>
          <a:xfrm>
            <a:off x="6032725" y="3652250"/>
            <a:ext cx="915900" cy="646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lang="en-GB" sz="1000">
                <a:solidFill>
                  <a:srgbClr val="222E31"/>
                </a:solidFill>
                <a:latin typeface="Lexend SemiBold"/>
                <a:ea typeface="Lexend SemiBold"/>
                <a:cs typeface="Lexend SemiBold"/>
                <a:sym typeface="Lexend SemiBold"/>
              </a:rPr>
              <a:t>best place to work in the UK</a:t>
            </a:r>
            <a:endParaRPr sz="1000">
              <a:solidFill>
                <a:srgbClr val="222E31"/>
              </a:solidFill>
              <a:latin typeface="Lexend SemiBold"/>
              <a:ea typeface="Lexend SemiBold"/>
              <a:cs typeface="Lexend SemiBold"/>
              <a:sym typeface="Lexend SemiBold"/>
            </a:endParaRPr>
          </a:p>
        </p:txBody>
      </p:sp>
      <p:pic>
        <p:nvPicPr>
          <p:cNvPr id="1596" name="Google Shape;1596;p59"/>
          <p:cNvPicPr preferRelativeResize="0"/>
          <p:nvPr/>
        </p:nvPicPr>
        <p:blipFill>
          <a:blip r:embed="rId3">
            <a:alphaModFix/>
          </a:blip>
          <a:stretch>
            <a:fillRect/>
          </a:stretch>
        </p:blipFill>
        <p:spPr>
          <a:xfrm>
            <a:off x="5411675" y="4522275"/>
            <a:ext cx="976051" cy="17635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
  <p:cSld name="BLANK_1">
    <p:spTree>
      <p:nvGrpSpPr>
        <p:cNvPr id="1597" name="Shape 1597"/>
        <p:cNvGrpSpPr/>
        <p:nvPr/>
      </p:nvGrpSpPr>
      <p:grpSpPr>
        <a:xfrm>
          <a:off x="0" y="0"/>
          <a:ext cx="0" cy="0"/>
          <a:chOff x="0" y="0"/>
          <a:chExt cx="0" cy="0"/>
        </a:xfrm>
      </p:grpSpPr>
      <p:sp>
        <p:nvSpPr>
          <p:cNvPr id="1598" name="Google Shape;1598;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slide-diagram-right 1">
  <p:cSld name="SECTION_HEADER_7_1">
    <p:spTree>
      <p:nvGrpSpPr>
        <p:cNvPr id="1599" name="Shape 1599"/>
        <p:cNvGrpSpPr/>
        <p:nvPr/>
      </p:nvGrpSpPr>
      <p:grpSpPr>
        <a:xfrm>
          <a:off x="0" y="0"/>
          <a:ext cx="0" cy="0"/>
          <a:chOff x="0" y="0"/>
          <a:chExt cx="0" cy="0"/>
        </a:xfrm>
      </p:grpSpPr>
      <p:sp>
        <p:nvSpPr>
          <p:cNvPr id="1600" name="Google Shape;1600;p61"/>
          <p:cNvSpPr/>
          <p:nvPr/>
        </p:nvSpPr>
        <p:spPr>
          <a:xfrm>
            <a:off x="5979250" y="0"/>
            <a:ext cx="3164700" cy="5143500"/>
          </a:xfrm>
          <a:prstGeom prst="rect">
            <a:avLst/>
          </a:prstGeom>
          <a:solidFill>
            <a:srgbClr val="22577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601" name="Google Shape;1601;p61"/>
          <p:cNvGrpSpPr/>
          <p:nvPr/>
        </p:nvGrpSpPr>
        <p:grpSpPr>
          <a:xfrm>
            <a:off x="-1" y="-19"/>
            <a:ext cx="704286" cy="5143552"/>
            <a:chOff x="360000" y="360000"/>
            <a:chExt cx="446146" cy="3258300"/>
          </a:xfrm>
        </p:grpSpPr>
        <p:sp>
          <p:nvSpPr>
            <p:cNvPr id="1602" name="Google Shape;1602;p61"/>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3" name="Google Shape;1603;p61"/>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4" name="Google Shape;1604;p61"/>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605" name="Google Shape;1605;p61"/>
          <p:cNvSpPr txBox="1"/>
          <p:nvPr>
            <p:ph type="title"/>
          </p:nvPr>
        </p:nvSpPr>
        <p:spPr>
          <a:xfrm>
            <a:off x="540000" y="483475"/>
            <a:ext cx="38865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06" name="Google Shape;1606;p61"/>
          <p:cNvSpPr txBox="1"/>
          <p:nvPr>
            <p:ph idx="2" type="title"/>
          </p:nvPr>
        </p:nvSpPr>
        <p:spPr>
          <a:xfrm>
            <a:off x="515300" y="779150"/>
            <a:ext cx="39111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07" name="Google Shape;1607;p61"/>
          <p:cNvSpPr txBox="1"/>
          <p:nvPr>
            <p:ph idx="3" type="title"/>
          </p:nvPr>
        </p:nvSpPr>
        <p:spPr>
          <a:xfrm>
            <a:off x="540000" y="1253975"/>
            <a:ext cx="37074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12526"/>
              </a:buClr>
              <a:buSzPts val="1000"/>
              <a:buNone/>
              <a:defRPr b="0" sz="1000">
                <a:solidFill>
                  <a:srgbClr val="212526"/>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grpSp>
        <p:nvGrpSpPr>
          <p:cNvPr id="1608" name="Google Shape;1608;p61"/>
          <p:cNvGrpSpPr/>
          <p:nvPr/>
        </p:nvGrpSpPr>
        <p:grpSpPr>
          <a:xfrm>
            <a:off x="8866175" y="25"/>
            <a:ext cx="277800" cy="461700"/>
            <a:chOff x="8866175" y="25"/>
            <a:chExt cx="277800" cy="461700"/>
          </a:xfrm>
        </p:grpSpPr>
        <p:sp>
          <p:nvSpPr>
            <p:cNvPr id="1609" name="Google Shape;1609;p61"/>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10" name="Google Shape;1610;p61"/>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1611" name="Google Shape;1611;p61"/>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slide-diagram-right 1 1">
  <p:cSld name="SECTION_HEADER_7_1_1">
    <p:spTree>
      <p:nvGrpSpPr>
        <p:cNvPr id="1612" name="Shape 1612"/>
        <p:cNvGrpSpPr/>
        <p:nvPr/>
      </p:nvGrpSpPr>
      <p:grpSpPr>
        <a:xfrm>
          <a:off x="0" y="0"/>
          <a:ext cx="0" cy="0"/>
          <a:chOff x="0" y="0"/>
          <a:chExt cx="0" cy="0"/>
        </a:xfrm>
      </p:grpSpPr>
      <p:pic>
        <p:nvPicPr>
          <p:cNvPr id="1613" name="Google Shape;1613;p62"/>
          <p:cNvPicPr preferRelativeResize="0"/>
          <p:nvPr/>
        </p:nvPicPr>
        <p:blipFill rotWithShape="1">
          <a:blip r:embed="rId2">
            <a:alphaModFix/>
          </a:blip>
          <a:srcRect b="0" l="49914" r="9079" t="0"/>
          <a:stretch/>
        </p:blipFill>
        <p:spPr>
          <a:xfrm>
            <a:off x="5979300" y="-25"/>
            <a:ext cx="3164698" cy="5143501"/>
          </a:xfrm>
          <a:prstGeom prst="rect">
            <a:avLst/>
          </a:prstGeom>
          <a:noFill/>
          <a:ln>
            <a:noFill/>
          </a:ln>
        </p:spPr>
      </p:pic>
      <p:grpSp>
        <p:nvGrpSpPr>
          <p:cNvPr id="1614" name="Google Shape;1614;p62"/>
          <p:cNvGrpSpPr/>
          <p:nvPr/>
        </p:nvGrpSpPr>
        <p:grpSpPr>
          <a:xfrm>
            <a:off x="-1" y="-19"/>
            <a:ext cx="704286" cy="5143552"/>
            <a:chOff x="360000" y="360000"/>
            <a:chExt cx="446146" cy="3258300"/>
          </a:xfrm>
        </p:grpSpPr>
        <p:sp>
          <p:nvSpPr>
            <p:cNvPr id="1615" name="Google Shape;1615;p62"/>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6" name="Google Shape;1616;p62"/>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7" name="Google Shape;1617;p62"/>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618" name="Google Shape;1618;p62"/>
          <p:cNvSpPr txBox="1"/>
          <p:nvPr>
            <p:ph type="title"/>
          </p:nvPr>
        </p:nvSpPr>
        <p:spPr>
          <a:xfrm>
            <a:off x="540000" y="483475"/>
            <a:ext cx="38865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19" name="Google Shape;1619;p62"/>
          <p:cNvSpPr txBox="1"/>
          <p:nvPr>
            <p:ph idx="2" type="title"/>
          </p:nvPr>
        </p:nvSpPr>
        <p:spPr>
          <a:xfrm>
            <a:off x="515300" y="779150"/>
            <a:ext cx="39111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20" name="Google Shape;1620;p62"/>
          <p:cNvSpPr txBox="1"/>
          <p:nvPr>
            <p:ph idx="3" type="title"/>
          </p:nvPr>
        </p:nvSpPr>
        <p:spPr>
          <a:xfrm>
            <a:off x="540000" y="1253975"/>
            <a:ext cx="37074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12526"/>
              </a:buClr>
              <a:buSzPts val="1000"/>
              <a:buNone/>
              <a:defRPr b="0" sz="1000">
                <a:solidFill>
                  <a:srgbClr val="212526"/>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grpSp>
        <p:nvGrpSpPr>
          <p:cNvPr id="1621" name="Google Shape;1621;p62"/>
          <p:cNvGrpSpPr/>
          <p:nvPr/>
        </p:nvGrpSpPr>
        <p:grpSpPr>
          <a:xfrm>
            <a:off x="8866175" y="25"/>
            <a:ext cx="277800" cy="461700"/>
            <a:chOff x="8866175" y="25"/>
            <a:chExt cx="277800" cy="461700"/>
          </a:xfrm>
        </p:grpSpPr>
        <p:sp>
          <p:nvSpPr>
            <p:cNvPr id="1622" name="Google Shape;1622;p62"/>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23" name="Google Shape;1623;p62"/>
            <p:cNvPicPr preferRelativeResize="0"/>
            <p:nvPr/>
          </p:nvPicPr>
          <p:blipFill>
            <a:blip r:embed="rId3">
              <a:alphaModFix/>
            </a:blip>
            <a:stretch>
              <a:fillRect/>
            </a:stretch>
          </p:blipFill>
          <p:spPr>
            <a:xfrm>
              <a:off x="8933375" y="62875"/>
              <a:ext cx="143400" cy="129650"/>
            </a:xfrm>
            <a:prstGeom prst="rect">
              <a:avLst/>
            </a:prstGeom>
            <a:noFill/>
            <a:ln>
              <a:noFill/>
            </a:ln>
          </p:spPr>
        </p:pic>
      </p:grpSp>
      <p:sp>
        <p:nvSpPr>
          <p:cNvPr id="1624" name="Google Shape;1624;p62"/>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slide 2">
  <p:cSld name="SECTION_HEADER_1">
    <p:spTree>
      <p:nvGrpSpPr>
        <p:cNvPr id="1625" name="Shape 1625"/>
        <p:cNvGrpSpPr/>
        <p:nvPr/>
      </p:nvGrpSpPr>
      <p:grpSpPr>
        <a:xfrm>
          <a:off x="0" y="0"/>
          <a:ext cx="0" cy="0"/>
          <a:chOff x="0" y="0"/>
          <a:chExt cx="0" cy="0"/>
        </a:xfrm>
      </p:grpSpPr>
      <p:grpSp>
        <p:nvGrpSpPr>
          <p:cNvPr id="1626" name="Google Shape;1626;p63"/>
          <p:cNvGrpSpPr/>
          <p:nvPr/>
        </p:nvGrpSpPr>
        <p:grpSpPr>
          <a:xfrm>
            <a:off x="-1" y="-19"/>
            <a:ext cx="704286" cy="5143552"/>
            <a:chOff x="360000" y="360000"/>
            <a:chExt cx="446146" cy="3258300"/>
          </a:xfrm>
        </p:grpSpPr>
        <p:sp>
          <p:nvSpPr>
            <p:cNvPr id="1627" name="Google Shape;1627;p63"/>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8" name="Google Shape;1628;p63"/>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9" name="Google Shape;1629;p63"/>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630" name="Google Shape;1630;p63"/>
          <p:cNvSpPr txBox="1"/>
          <p:nvPr>
            <p:ph type="title"/>
          </p:nvPr>
        </p:nvSpPr>
        <p:spPr>
          <a:xfrm>
            <a:off x="540000" y="483475"/>
            <a:ext cx="8199000" cy="198600"/>
          </a:xfrm>
          <a:prstGeom prst="rect">
            <a:avLst/>
          </a:prstGeom>
        </p:spPr>
        <p:txBody>
          <a:bodyPr anchorCtr="0" anchor="ctr" bIns="0" lIns="0" spcFirstLastPara="1" rIns="0" wrap="square" tIns="0">
            <a:spAutoFit/>
          </a:bodyPr>
          <a:lstStyle>
            <a:lvl1pPr lvl="0">
              <a:spcBef>
                <a:spcPts val="0"/>
              </a:spcBef>
              <a:spcAft>
                <a:spcPts val="0"/>
              </a:spcAft>
              <a:buClr>
                <a:srgbClr val="2095D3"/>
              </a:buClr>
              <a:buSzPts val="1200"/>
              <a:buFont typeface="Lexend"/>
              <a:buNone/>
              <a:defRPr sz="1200">
                <a:solidFill>
                  <a:srgbClr val="2095D3"/>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31" name="Google Shape;1631;p63"/>
          <p:cNvSpPr txBox="1"/>
          <p:nvPr>
            <p:ph idx="2" type="title"/>
          </p:nvPr>
        </p:nvSpPr>
        <p:spPr>
          <a:xfrm>
            <a:off x="515291" y="779150"/>
            <a:ext cx="8223600" cy="393600"/>
          </a:xfrm>
          <a:prstGeom prst="rect">
            <a:avLst/>
          </a:prstGeom>
        </p:spPr>
        <p:txBody>
          <a:bodyPr anchorCtr="0" anchor="t" bIns="0" lIns="0" spcFirstLastPara="1" rIns="0" wrap="square" tIns="0">
            <a:spAutoFit/>
          </a:bodyPr>
          <a:lstStyle>
            <a:lvl1pPr lvl="0">
              <a:spcBef>
                <a:spcPts val="0"/>
              </a:spcBef>
              <a:spcAft>
                <a:spcPts val="0"/>
              </a:spcAft>
              <a:buClr>
                <a:srgbClr val="0F618C"/>
              </a:buClr>
              <a:buSzPts val="2200"/>
              <a:buFont typeface="Lexend"/>
              <a:buNone/>
              <a:defRPr sz="2200">
                <a:solidFill>
                  <a:srgbClr val="0F618C"/>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32" name="Google Shape;1632;p63"/>
          <p:cNvSpPr txBox="1"/>
          <p:nvPr>
            <p:ph idx="3" type="title"/>
          </p:nvPr>
        </p:nvSpPr>
        <p:spPr>
          <a:xfrm>
            <a:off x="540000" y="1253975"/>
            <a:ext cx="8223600" cy="3936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12526"/>
              </a:buClr>
              <a:buSzPts val="1000"/>
              <a:buNone/>
              <a:defRPr b="0" sz="1000">
                <a:solidFill>
                  <a:srgbClr val="212526"/>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grpSp>
        <p:nvGrpSpPr>
          <p:cNvPr id="1633" name="Google Shape;1633;p63"/>
          <p:cNvGrpSpPr/>
          <p:nvPr/>
        </p:nvGrpSpPr>
        <p:grpSpPr>
          <a:xfrm>
            <a:off x="8866175" y="25"/>
            <a:ext cx="277800" cy="461700"/>
            <a:chOff x="8866175" y="25"/>
            <a:chExt cx="277800" cy="461700"/>
          </a:xfrm>
        </p:grpSpPr>
        <p:sp>
          <p:nvSpPr>
            <p:cNvPr id="1634" name="Google Shape;1634;p63"/>
            <p:cNvSpPr/>
            <p:nvPr/>
          </p:nvSpPr>
          <p:spPr>
            <a:xfrm>
              <a:off x="8866175" y="25"/>
              <a:ext cx="277800" cy="461700"/>
            </a:xfrm>
            <a:prstGeom prst="rect">
              <a:avLst/>
            </a:prstGeom>
            <a:solidFill>
              <a:srgbClr val="179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35" name="Google Shape;1635;p63"/>
            <p:cNvPicPr preferRelativeResize="0"/>
            <p:nvPr/>
          </p:nvPicPr>
          <p:blipFill>
            <a:blip r:embed="rId2">
              <a:alphaModFix/>
            </a:blip>
            <a:stretch>
              <a:fillRect/>
            </a:stretch>
          </p:blipFill>
          <p:spPr>
            <a:xfrm>
              <a:off x="8933375" y="62875"/>
              <a:ext cx="143400" cy="129650"/>
            </a:xfrm>
            <a:prstGeom prst="rect">
              <a:avLst/>
            </a:prstGeom>
            <a:noFill/>
            <a:ln>
              <a:noFill/>
            </a:ln>
          </p:spPr>
        </p:pic>
      </p:grpSp>
      <p:sp>
        <p:nvSpPr>
          <p:cNvPr id="1636" name="Google Shape;1636;p63"/>
          <p:cNvSpPr txBox="1"/>
          <p:nvPr>
            <p:ph idx="12" type="sldNum"/>
          </p:nvPr>
        </p:nvSpPr>
        <p:spPr>
          <a:xfrm>
            <a:off x="8763692" y="152725"/>
            <a:ext cx="481500" cy="393600"/>
          </a:xfrm>
          <a:prstGeom prst="rect">
            <a:avLst/>
          </a:prstGeom>
        </p:spPr>
        <p:txBody>
          <a:bodyPr anchorCtr="0" anchor="t" bIns="91425" lIns="91425" spcFirstLastPara="1" rIns="91425" wrap="square" tIns="91425">
            <a:normAutofit/>
          </a:bodyPr>
          <a:lstStyle>
            <a:lvl1pPr lvl="0" algn="ctr">
              <a:buNone/>
              <a:defRPr sz="1100">
                <a:solidFill>
                  <a:schemeClr val="lt1"/>
                </a:solidFill>
                <a:latin typeface="Lexend"/>
                <a:ea typeface="Lexend"/>
                <a:cs typeface="Lexend"/>
                <a:sym typeface="Lexend"/>
              </a:defRPr>
            </a:lvl1pPr>
            <a:lvl2pPr lvl="1" algn="ctr">
              <a:buNone/>
              <a:defRPr sz="1100">
                <a:solidFill>
                  <a:schemeClr val="lt1"/>
                </a:solidFill>
                <a:latin typeface="Lexend"/>
                <a:ea typeface="Lexend"/>
                <a:cs typeface="Lexend"/>
                <a:sym typeface="Lexend"/>
              </a:defRPr>
            </a:lvl2pPr>
            <a:lvl3pPr lvl="2" algn="ctr">
              <a:buNone/>
              <a:defRPr sz="1100">
                <a:solidFill>
                  <a:schemeClr val="lt1"/>
                </a:solidFill>
                <a:latin typeface="Lexend"/>
                <a:ea typeface="Lexend"/>
                <a:cs typeface="Lexend"/>
                <a:sym typeface="Lexend"/>
              </a:defRPr>
            </a:lvl3pPr>
            <a:lvl4pPr lvl="3" algn="ctr">
              <a:buNone/>
              <a:defRPr sz="1100">
                <a:solidFill>
                  <a:schemeClr val="lt1"/>
                </a:solidFill>
                <a:latin typeface="Lexend"/>
                <a:ea typeface="Lexend"/>
                <a:cs typeface="Lexend"/>
                <a:sym typeface="Lexend"/>
              </a:defRPr>
            </a:lvl4pPr>
            <a:lvl5pPr lvl="4" algn="ctr">
              <a:buNone/>
              <a:defRPr sz="1100">
                <a:solidFill>
                  <a:schemeClr val="lt1"/>
                </a:solidFill>
                <a:latin typeface="Lexend"/>
                <a:ea typeface="Lexend"/>
                <a:cs typeface="Lexend"/>
                <a:sym typeface="Lexend"/>
              </a:defRPr>
            </a:lvl5pPr>
            <a:lvl6pPr lvl="5" algn="ctr">
              <a:buNone/>
              <a:defRPr sz="1100">
                <a:solidFill>
                  <a:schemeClr val="lt1"/>
                </a:solidFill>
                <a:latin typeface="Lexend"/>
                <a:ea typeface="Lexend"/>
                <a:cs typeface="Lexend"/>
                <a:sym typeface="Lexend"/>
              </a:defRPr>
            </a:lvl6pPr>
            <a:lvl7pPr lvl="6" algn="ctr">
              <a:buNone/>
              <a:defRPr sz="1100">
                <a:solidFill>
                  <a:schemeClr val="lt1"/>
                </a:solidFill>
                <a:latin typeface="Lexend"/>
                <a:ea typeface="Lexend"/>
                <a:cs typeface="Lexend"/>
                <a:sym typeface="Lexend"/>
              </a:defRPr>
            </a:lvl7pPr>
            <a:lvl8pPr lvl="7" algn="ctr">
              <a:buNone/>
              <a:defRPr sz="1100">
                <a:solidFill>
                  <a:schemeClr val="lt1"/>
                </a:solidFill>
                <a:latin typeface="Lexend"/>
                <a:ea typeface="Lexend"/>
                <a:cs typeface="Lexend"/>
                <a:sym typeface="Lexend"/>
              </a:defRPr>
            </a:lvl8pPr>
            <a:lvl9pPr lvl="8" algn="ctr">
              <a:buNone/>
              <a:defRPr sz="1100">
                <a:solidFill>
                  <a:schemeClr val="lt1"/>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7">
    <p:spTree>
      <p:nvGrpSpPr>
        <p:cNvPr id="1637" name="Shape 1637"/>
        <p:cNvGrpSpPr/>
        <p:nvPr/>
      </p:nvGrpSpPr>
      <p:grpSpPr>
        <a:xfrm>
          <a:off x="0" y="0"/>
          <a:ext cx="0" cy="0"/>
          <a:chOff x="0" y="0"/>
          <a:chExt cx="0" cy="0"/>
        </a:xfrm>
      </p:grpSpPr>
      <p:pic>
        <p:nvPicPr>
          <p:cNvPr id="1638" name="Google Shape;1638;p64"/>
          <p:cNvPicPr preferRelativeResize="0"/>
          <p:nvPr/>
        </p:nvPicPr>
        <p:blipFill>
          <a:blip r:embed="rId2">
            <a:alphaModFix/>
          </a:blip>
          <a:stretch>
            <a:fillRect/>
          </a:stretch>
        </p:blipFill>
        <p:spPr>
          <a:xfrm>
            <a:off x="420150" y="4365475"/>
            <a:ext cx="1347748" cy="357350"/>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CUSTOM_25_1_1">
    <p:spTree>
      <p:nvGrpSpPr>
        <p:cNvPr id="1639" name="Shape 1639"/>
        <p:cNvGrpSpPr/>
        <p:nvPr/>
      </p:nvGrpSpPr>
      <p:grpSpPr>
        <a:xfrm>
          <a:off x="0" y="0"/>
          <a:ext cx="0" cy="0"/>
          <a:chOff x="0" y="0"/>
          <a:chExt cx="0" cy="0"/>
        </a:xfrm>
      </p:grpSpPr>
      <p:grpSp>
        <p:nvGrpSpPr>
          <p:cNvPr id="1640" name="Google Shape;1640;p65"/>
          <p:cNvGrpSpPr/>
          <p:nvPr/>
        </p:nvGrpSpPr>
        <p:grpSpPr>
          <a:xfrm>
            <a:off x="-1" y="31"/>
            <a:ext cx="704286" cy="5143552"/>
            <a:chOff x="360000" y="360000"/>
            <a:chExt cx="446146" cy="3258300"/>
          </a:xfrm>
        </p:grpSpPr>
        <p:sp>
          <p:nvSpPr>
            <p:cNvPr id="1641" name="Google Shape;1641;p65"/>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2" name="Google Shape;1642;p65"/>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3" name="Google Shape;1643;p65"/>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644" name="Google Shape;1644;p65"/>
          <p:cNvPicPr preferRelativeResize="0"/>
          <p:nvPr/>
        </p:nvPicPr>
        <p:blipFill>
          <a:blip r:embed="rId2">
            <a:alphaModFix/>
          </a:blip>
          <a:stretch>
            <a:fillRect/>
          </a:stretch>
        </p:blipFill>
        <p:spPr>
          <a:xfrm>
            <a:off x="8933375" y="62875"/>
            <a:ext cx="143400" cy="129650"/>
          </a:xfrm>
          <a:prstGeom prst="rect">
            <a:avLst/>
          </a:prstGeom>
          <a:noFill/>
          <a:ln>
            <a:noFill/>
          </a:ln>
        </p:spPr>
      </p:pic>
      <p:sp>
        <p:nvSpPr>
          <p:cNvPr id="1645" name="Google Shape;1645;p65"/>
          <p:cNvSpPr/>
          <p:nvPr/>
        </p:nvSpPr>
        <p:spPr>
          <a:xfrm>
            <a:off x="125" y="3984900"/>
            <a:ext cx="9144000" cy="8058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46" name="Google Shape;1646;p65"/>
          <p:cNvPicPr preferRelativeResize="0"/>
          <p:nvPr/>
        </p:nvPicPr>
        <p:blipFill>
          <a:blip r:embed="rId3">
            <a:alphaModFix/>
          </a:blip>
          <a:stretch>
            <a:fillRect/>
          </a:stretch>
        </p:blipFill>
        <p:spPr>
          <a:xfrm>
            <a:off x="7280825" y="4188500"/>
            <a:ext cx="1503252" cy="398576"/>
          </a:xfrm>
          <a:prstGeom prst="rect">
            <a:avLst/>
          </a:prstGeom>
          <a:noFill/>
          <a:ln>
            <a:noFill/>
          </a:ln>
        </p:spPr>
      </p:pic>
      <p:sp>
        <p:nvSpPr>
          <p:cNvPr id="1647" name="Google Shape;1647;p65"/>
          <p:cNvSpPr txBox="1"/>
          <p:nvPr>
            <p:ph type="title"/>
          </p:nvPr>
        </p:nvSpPr>
        <p:spPr>
          <a:xfrm>
            <a:off x="360000" y="3996675"/>
            <a:ext cx="6807900" cy="5244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2400"/>
              <a:buFont typeface="Lexend"/>
              <a:buNone/>
              <a:defRPr b="1" sz="24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48" name="Google Shape;1648;p65"/>
          <p:cNvSpPr txBox="1"/>
          <p:nvPr>
            <p:ph idx="2" type="title"/>
          </p:nvPr>
        </p:nvSpPr>
        <p:spPr>
          <a:xfrm>
            <a:off x="368375" y="4410525"/>
            <a:ext cx="6807900" cy="2679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200"/>
              <a:buNone/>
              <a:defRPr b="0" sz="12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CUSTOM_25_1_2">
    <p:spTree>
      <p:nvGrpSpPr>
        <p:cNvPr id="1649" name="Shape 1649"/>
        <p:cNvGrpSpPr/>
        <p:nvPr/>
      </p:nvGrpSpPr>
      <p:grpSpPr>
        <a:xfrm>
          <a:off x="0" y="0"/>
          <a:ext cx="0" cy="0"/>
          <a:chOff x="0" y="0"/>
          <a:chExt cx="0" cy="0"/>
        </a:xfrm>
      </p:grpSpPr>
      <p:grpSp>
        <p:nvGrpSpPr>
          <p:cNvPr id="1650" name="Google Shape;1650;p66"/>
          <p:cNvGrpSpPr/>
          <p:nvPr/>
        </p:nvGrpSpPr>
        <p:grpSpPr>
          <a:xfrm>
            <a:off x="-1" y="31"/>
            <a:ext cx="704286" cy="5143552"/>
            <a:chOff x="360000" y="360000"/>
            <a:chExt cx="446146" cy="3258300"/>
          </a:xfrm>
        </p:grpSpPr>
        <p:sp>
          <p:nvSpPr>
            <p:cNvPr id="1651" name="Google Shape;1651;p66"/>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2" name="Google Shape;1652;p66"/>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3" name="Google Shape;1653;p66"/>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654" name="Google Shape;1654;p66"/>
          <p:cNvPicPr preferRelativeResize="0"/>
          <p:nvPr/>
        </p:nvPicPr>
        <p:blipFill>
          <a:blip r:embed="rId2">
            <a:alphaModFix/>
          </a:blip>
          <a:stretch>
            <a:fillRect/>
          </a:stretch>
        </p:blipFill>
        <p:spPr>
          <a:xfrm>
            <a:off x="8933375" y="62875"/>
            <a:ext cx="143400" cy="129650"/>
          </a:xfrm>
          <a:prstGeom prst="rect">
            <a:avLst/>
          </a:prstGeom>
          <a:noFill/>
          <a:ln>
            <a:noFill/>
          </a:ln>
        </p:spPr>
      </p:pic>
      <p:sp>
        <p:nvSpPr>
          <p:cNvPr id="1655" name="Google Shape;1655;p66"/>
          <p:cNvSpPr/>
          <p:nvPr/>
        </p:nvSpPr>
        <p:spPr>
          <a:xfrm>
            <a:off x="125" y="3984900"/>
            <a:ext cx="9144000" cy="8058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56" name="Google Shape;1656;p66"/>
          <p:cNvPicPr preferRelativeResize="0"/>
          <p:nvPr/>
        </p:nvPicPr>
        <p:blipFill>
          <a:blip r:embed="rId3">
            <a:alphaModFix/>
          </a:blip>
          <a:stretch>
            <a:fillRect/>
          </a:stretch>
        </p:blipFill>
        <p:spPr>
          <a:xfrm>
            <a:off x="7280825" y="4188500"/>
            <a:ext cx="1503252" cy="398576"/>
          </a:xfrm>
          <a:prstGeom prst="rect">
            <a:avLst/>
          </a:prstGeom>
          <a:noFill/>
          <a:ln>
            <a:noFill/>
          </a:ln>
        </p:spPr>
      </p:pic>
      <p:sp>
        <p:nvSpPr>
          <p:cNvPr id="1657" name="Google Shape;1657;p66"/>
          <p:cNvSpPr txBox="1"/>
          <p:nvPr>
            <p:ph type="title"/>
          </p:nvPr>
        </p:nvSpPr>
        <p:spPr>
          <a:xfrm>
            <a:off x="360000" y="3996675"/>
            <a:ext cx="6807900" cy="5244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2400"/>
              <a:buFont typeface="Lexend"/>
              <a:buNone/>
              <a:defRPr b="1" sz="2400">
                <a:solidFill>
                  <a:schemeClr val="lt1"/>
                </a:solidFill>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58" name="Google Shape;1658;p66"/>
          <p:cNvSpPr txBox="1"/>
          <p:nvPr>
            <p:ph idx="2" type="title"/>
          </p:nvPr>
        </p:nvSpPr>
        <p:spPr>
          <a:xfrm>
            <a:off x="368375" y="4410525"/>
            <a:ext cx="6807900" cy="2679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200"/>
              <a:buNone/>
              <a:defRPr b="0" sz="12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66" Type="http://schemas.openxmlformats.org/officeDocument/2006/relationships/theme" Target="../theme/theme1.xml"/><Relationship Id="rId21" Type="http://schemas.openxmlformats.org/officeDocument/2006/relationships/slideLayout" Target="../slideLayouts/slideLayout21.xml"/><Relationship Id="rId65" Type="http://schemas.openxmlformats.org/officeDocument/2006/relationships/slideLayout" Target="../slideLayouts/slideLayout6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exend"/>
              <a:buChar char="●"/>
              <a:defRPr sz="1800">
                <a:solidFill>
                  <a:schemeClr val="dk2"/>
                </a:solidFill>
                <a:latin typeface="Lexend"/>
                <a:ea typeface="Lexend"/>
                <a:cs typeface="Lexend"/>
                <a:sym typeface="Lexend"/>
              </a:defRPr>
            </a:lvl1pPr>
            <a:lvl2pPr indent="-317500" lvl="1" marL="914400">
              <a:lnSpc>
                <a:spcPct val="115000"/>
              </a:lnSpc>
              <a:spcBef>
                <a:spcPts val="0"/>
              </a:spcBef>
              <a:spcAft>
                <a:spcPts val="0"/>
              </a:spcAft>
              <a:buClr>
                <a:schemeClr val="dk2"/>
              </a:buClr>
              <a:buSzPts val="1400"/>
              <a:buFont typeface="Lexend"/>
              <a:buChar char="○"/>
              <a:defRPr>
                <a:solidFill>
                  <a:schemeClr val="dk2"/>
                </a:solidFill>
                <a:latin typeface="Lexend"/>
                <a:ea typeface="Lexend"/>
                <a:cs typeface="Lexend"/>
                <a:sym typeface="Lexend"/>
              </a:defRPr>
            </a:lvl2pPr>
            <a:lvl3pPr indent="-317500" lvl="2" marL="1371600">
              <a:lnSpc>
                <a:spcPct val="115000"/>
              </a:lnSpc>
              <a:spcBef>
                <a:spcPts val="0"/>
              </a:spcBef>
              <a:spcAft>
                <a:spcPts val="0"/>
              </a:spcAft>
              <a:buClr>
                <a:schemeClr val="dk2"/>
              </a:buClr>
              <a:buSzPts val="1400"/>
              <a:buFont typeface="Lexend"/>
              <a:buChar char="■"/>
              <a:defRPr>
                <a:solidFill>
                  <a:schemeClr val="dk2"/>
                </a:solidFill>
                <a:latin typeface="Lexend"/>
                <a:ea typeface="Lexend"/>
                <a:cs typeface="Lexend"/>
                <a:sym typeface="Lexend"/>
              </a:defRPr>
            </a:lvl3pPr>
            <a:lvl4pPr indent="-317500" lvl="3" marL="1828800">
              <a:lnSpc>
                <a:spcPct val="115000"/>
              </a:lnSpc>
              <a:spcBef>
                <a:spcPts val="0"/>
              </a:spcBef>
              <a:spcAft>
                <a:spcPts val="0"/>
              </a:spcAft>
              <a:buClr>
                <a:schemeClr val="dk2"/>
              </a:buClr>
              <a:buSzPts val="1400"/>
              <a:buFont typeface="Lexend"/>
              <a:buChar char="●"/>
              <a:defRPr>
                <a:solidFill>
                  <a:schemeClr val="dk2"/>
                </a:solidFill>
                <a:latin typeface="Lexend"/>
                <a:ea typeface="Lexend"/>
                <a:cs typeface="Lexend"/>
                <a:sym typeface="Lexend"/>
              </a:defRPr>
            </a:lvl4pPr>
            <a:lvl5pPr indent="-317500" lvl="4" marL="2286000">
              <a:lnSpc>
                <a:spcPct val="115000"/>
              </a:lnSpc>
              <a:spcBef>
                <a:spcPts val="0"/>
              </a:spcBef>
              <a:spcAft>
                <a:spcPts val="0"/>
              </a:spcAft>
              <a:buClr>
                <a:schemeClr val="dk2"/>
              </a:buClr>
              <a:buSzPts val="1400"/>
              <a:buFont typeface="Lexend"/>
              <a:buChar char="○"/>
              <a:defRPr>
                <a:solidFill>
                  <a:schemeClr val="dk2"/>
                </a:solidFill>
                <a:latin typeface="Lexend"/>
                <a:ea typeface="Lexend"/>
                <a:cs typeface="Lexend"/>
                <a:sym typeface="Lexend"/>
              </a:defRPr>
            </a:lvl5pPr>
            <a:lvl6pPr indent="-317500" lvl="5" marL="2743200">
              <a:lnSpc>
                <a:spcPct val="115000"/>
              </a:lnSpc>
              <a:spcBef>
                <a:spcPts val="0"/>
              </a:spcBef>
              <a:spcAft>
                <a:spcPts val="0"/>
              </a:spcAft>
              <a:buClr>
                <a:schemeClr val="dk2"/>
              </a:buClr>
              <a:buSzPts val="1400"/>
              <a:buFont typeface="Lexend"/>
              <a:buChar char="■"/>
              <a:defRPr>
                <a:solidFill>
                  <a:schemeClr val="dk2"/>
                </a:solidFill>
                <a:latin typeface="Lexend"/>
                <a:ea typeface="Lexend"/>
                <a:cs typeface="Lexend"/>
                <a:sym typeface="Lexend"/>
              </a:defRPr>
            </a:lvl6pPr>
            <a:lvl7pPr indent="-317500" lvl="6" marL="3200400">
              <a:lnSpc>
                <a:spcPct val="115000"/>
              </a:lnSpc>
              <a:spcBef>
                <a:spcPts val="0"/>
              </a:spcBef>
              <a:spcAft>
                <a:spcPts val="0"/>
              </a:spcAft>
              <a:buClr>
                <a:schemeClr val="dk2"/>
              </a:buClr>
              <a:buSzPts val="1400"/>
              <a:buFont typeface="Lexend"/>
              <a:buChar char="●"/>
              <a:defRPr>
                <a:solidFill>
                  <a:schemeClr val="dk2"/>
                </a:solidFill>
                <a:latin typeface="Lexend"/>
                <a:ea typeface="Lexend"/>
                <a:cs typeface="Lexend"/>
                <a:sym typeface="Lexend"/>
              </a:defRPr>
            </a:lvl7pPr>
            <a:lvl8pPr indent="-317500" lvl="7" marL="3657600">
              <a:lnSpc>
                <a:spcPct val="115000"/>
              </a:lnSpc>
              <a:spcBef>
                <a:spcPts val="0"/>
              </a:spcBef>
              <a:spcAft>
                <a:spcPts val="0"/>
              </a:spcAft>
              <a:buClr>
                <a:schemeClr val="dk2"/>
              </a:buClr>
              <a:buSzPts val="1400"/>
              <a:buFont typeface="Lexend"/>
              <a:buChar char="○"/>
              <a:defRPr>
                <a:solidFill>
                  <a:schemeClr val="dk2"/>
                </a:solidFill>
                <a:latin typeface="Lexend"/>
                <a:ea typeface="Lexend"/>
                <a:cs typeface="Lexend"/>
                <a:sym typeface="Lexend"/>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grpSp>
        <p:nvGrpSpPr>
          <p:cNvPr id="9" name="Google Shape;9;p1"/>
          <p:cNvGrpSpPr/>
          <p:nvPr/>
        </p:nvGrpSpPr>
        <p:grpSpPr>
          <a:xfrm>
            <a:off x="-1" y="-19"/>
            <a:ext cx="704286" cy="5143552"/>
            <a:chOff x="360000" y="360000"/>
            <a:chExt cx="446146" cy="3258300"/>
          </a:xfrm>
        </p:grpSpPr>
        <p:sp>
          <p:nvSpPr>
            <p:cNvPr id="10" name="Google Shape;10;p1"/>
            <p:cNvSpPr/>
            <p:nvPr/>
          </p:nvSpPr>
          <p:spPr>
            <a:xfrm>
              <a:off x="360000" y="360000"/>
              <a:ext cx="72900" cy="32583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 name="Google Shape;11;p1"/>
            <p:cNvSpPr/>
            <p:nvPr/>
          </p:nvSpPr>
          <p:spPr>
            <a:xfrm rot="5400000">
              <a:off x="546646" y="3358789"/>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 name="Google Shape;12;p1"/>
            <p:cNvSpPr/>
            <p:nvPr/>
          </p:nvSpPr>
          <p:spPr>
            <a:xfrm rot="5400000">
              <a:off x="546646" y="173406"/>
              <a:ext cx="72900" cy="446100"/>
            </a:xfrm>
            <a:prstGeom prst="rect">
              <a:avLst/>
            </a:prstGeom>
            <a:solidFill>
              <a:srgbClr val="2095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1pPr>
      <a:lvl2pPr lvl="1"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2pPr>
      <a:lvl3pPr lvl="2"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3pPr>
      <a:lvl4pPr lvl="3"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4pPr>
      <a:lvl5pPr lvl="4"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5pPr>
      <a:lvl6pPr lvl="5"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6pPr>
      <a:lvl7pPr lvl="6"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7pPr>
      <a:lvl8pPr lvl="7"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8pPr>
      <a:lvl9pPr lvl="8"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1pPr>
      <a:lvl2pPr lvl="1"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2pPr>
      <a:lvl3pPr lvl="2"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3pPr>
      <a:lvl4pPr lvl="3"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4pPr>
      <a:lvl5pPr lvl="4"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5pPr>
      <a:lvl6pPr lvl="5"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6pPr>
      <a:lvl7pPr lvl="6"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7pPr>
      <a:lvl8pPr lvl="7"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8pPr>
      <a:lvl9pPr lvl="8"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1pPr>
      <a:lvl2pPr lvl="1"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2pPr>
      <a:lvl3pPr lvl="2"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3pPr>
      <a:lvl4pPr lvl="3"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4pPr>
      <a:lvl5pPr lvl="4"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5pPr>
      <a:lvl6pPr lvl="5"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6pPr>
      <a:lvl7pPr lvl="6"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7pPr>
      <a:lvl8pPr lvl="7"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8pPr>
      <a:lvl9pPr lvl="8" marR="0" rtl="0" algn="l">
        <a:lnSpc>
          <a:spcPct val="100000"/>
        </a:lnSpc>
        <a:spcBef>
          <a:spcPts val="0"/>
        </a:spcBef>
        <a:spcAft>
          <a:spcPts val="0"/>
        </a:spcAft>
        <a:buClr>
          <a:srgbClr val="000000"/>
        </a:buClr>
        <a:buFont typeface="Lexend"/>
        <a:defRPr b="0" i="0" sz="1400" u="none" cap="none" strike="noStrike">
          <a:solidFill>
            <a:srgbClr val="000000"/>
          </a:solidFill>
          <a:latin typeface="Lexend"/>
          <a:ea typeface="Lexend"/>
          <a:cs typeface="Lexend"/>
          <a:sym typeface="Lexend"/>
        </a:defRPr>
      </a:lvl9pPr>
    </p:otherStyle>
  </p:txStyles>
</p:sldMaster>
</file>

<file path=ppt/theme/theme1.xml><?xml version="1.0" encoding="utf-8"?>
<a:theme xmlns:a="http://schemas.openxmlformats.org/drawingml/2006/main" xmlns:r="http://schemas.openxmlformats.org/officeDocument/2006/relationships" name="EE-Main-Theme">
  <a:themeElements>
    <a:clrScheme name="Simple Light">
      <a:dk1>
        <a:srgbClr val="000000"/>
      </a:dk1>
      <a:lt1>
        <a:srgbClr val="FFFFFF"/>
      </a:lt1>
      <a:dk2>
        <a:srgbClr val="595959"/>
      </a:dk2>
      <a:lt2>
        <a:srgbClr val="EEEEEE"/>
      </a:lt2>
      <a:accent1>
        <a:srgbClr val="0F618C"/>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Lexen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Lexend"/>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Lexen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Lexend"/>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